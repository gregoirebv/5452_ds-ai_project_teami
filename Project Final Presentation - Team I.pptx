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6"/>
  </p:notesMasterIdLst>
  <p:handoutMasterIdLst>
    <p:handoutMasterId r:id="rId37"/>
  </p:handoutMasterIdLst>
  <p:sldIdLst>
    <p:sldId id="278" r:id="rId5"/>
    <p:sldId id="281" r:id="rId6"/>
    <p:sldId id="282" r:id="rId7"/>
    <p:sldId id="283" r:id="rId8"/>
    <p:sldId id="284" r:id="rId9"/>
    <p:sldId id="286" r:id="rId10"/>
    <p:sldId id="287" r:id="rId11"/>
    <p:sldId id="291" r:id="rId12"/>
    <p:sldId id="280" r:id="rId13"/>
    <p:sldId id="307" r:id="rId14"/>
    <p:sldId id="290" r:id="rId15"/>
    <p:sldId id="285" r:id="rId16"/>
    <p:sldId id="308" r:id="rId17"/>
    <p:sldId id="310" r:id="rId18"/>
    <p:sldId id="309" r:id="rId19"/>
    <p:sldId id="294" r:id="rId20"/>
    <p:sldId id="293" r:id="rId21"/>
    <p:sldId id="292" r:id="rId22"/>
    <p:sldId id="295" r:id="rId23"/>
    <p:sldId id="296" r:id="rId24"/>
    <p:sldId id="297" r:id="rId25"/>
    <p:sldId id="298" r:id="rId26"/>
    <p:sldId id="299" r:id="rId27"/>
    <p:sldId id="300" r:id="rId28"/>
    <p:sldId id="301" r:id="rId29"/>
    <p:sldId id="302" r:id="rId30"/>
    <p:sldId id="303" r:id="rId31"/>
    <p:sldId id="304" r:id="rId32"/>
    <p:sldId id="288" r:id="rId33"/>
    <p:sldId id="305" r:id="rId34"/>
    <p:sldId id="306" r:id="rId35"/>
  </p:sldIdLst>
  <p:sldSz cx="9144000" cy="5715000" type="screen16x10"/>
  <p:notesSz cx="6858000" cy="9144000"/>
  <p:custDataLst>
    <p:tags r:id="rId38"/>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2" pos="5465">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1"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11A37"/>
    <a:srgbClr val="1A1448"/>
    <a:srgbClr val="404040"/>
    <a:srgbClr val="E7EFF7"/>
    <a:srgbClr val="CBDDEF"/>
    <a:srgbClr val="0096D3"/>
    <a:srgbClr val="0C94B7"/>
    <a:srgbClr val="41B4CE"/>
    <a:srgbClr val="73BA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44EA08-06A6-3F42-AF5A-0648E5D7B066}" v="759" dt="2026-06-25T21:41:53.854"/>
    <p1510:client id="{D37DCD90-868A-437E-9AA6-8F90AA857B30}" v="219" dt="2026-06-25T21:44:14.373"/>
  </p1510:revLst>
</p1510:revInfo>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800" y="64"/>
      </p:cViewPr>
      <p:guideLst>
        <p:guide orient="horz" pos="1800"/>
        <p:guide pos="5465"/>
        <p:guide pos="4241"/>
        <p:guide pos="4695"/>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8.1091151187957122E-2"/>
          <c:y val="9.0184207195605326E-2"/>
          <c:w val="0.89852612116716946"/>
          <c:h val="0.69600612199972511"/>
        </c:manualLayout>
      </c:layout>
      <c:barChart>
        <c:barDir val="bar"/>
        <c:grouping val="clustered"/>
        <c:varyColors val="0"/>
        <c:ser>
          <c:idx val="0"/>
          <c:order val="0"/>
          <c:tx>
            <c:v>Snopes</c:v>
          </c:tx>
          <c:spPr>
            <a:solidFill>
              <a:schemeClr val="accent2">
                <a:tint val="77000"/>
              </a:schemeClr>
            </a:solidFill>
            <a:ln>
              <a:noFill/>
            </a:ln>
            <a:effectLst/>
          </c:spPr>
          <c:invertIfNegative val="0"/>
          <c:cat>
            <c:strRef>
              <c:f>Sheet1!$A$1:$A$4</c:f>
              <c:strCache>
                <c:ptCount val="4"/>
                <c:pt idx="0">
                  <c:v>energy</c:v>
                </c:pt>
                <c:pt idx="1">
                  <c:v>carbon</c:v>
                </c:pt>
                <c:pt idx="2">
                  <c:v>nuclear</c:v>
                </c:pt>
                <c:pt idx="3">
                  <c:v>green</c:v>
                </c:pt>
              </c:strCache>
            </c:strRef>
          </c:cat>
          <c:val>
            <c:numRef>
              <c:f>Sheet1!$B$1:$B$4</c:f>
              <c:numCache>
                <c:formatCode>General</c:formatCode>
                <c:ptCount val="4"/>
                <c:pt idx="0">
                  <c:v>0.13</c:v>
                </c:pt>
                <c:pt idx="1">
                  <c:v>8.5999999999999993E-2</c:v>
                </c:pt>
                <c:pt idx="2">
                  <c:v>8.5999999999999993E-2</c:v>
                </c:pt>
                <c:pt idx="3">
                  <c:v>7.4999999999999997E-2</c:v>
                </c:pt>
              </c:numCache>
            </c:numRef>
          </c:val>
          <c:extLst>
            <c:ext xmlns:c16="http://schemas.microsoft.com/office/drawing/2014/chart" uri="{C3380CC4-5D6E-409C-BE32-E72D297353CC}">
              <c16:uniqueId val="{00000000-622B-4EDE-A0EF-8F916A28B3D4}"/>
            </c:ext>
          </c:extLst>
        </c:ser>
        <c:ser>
          <c:idx val="1"/>
          <c:order val="1"/>
          <c:tx>
            <c:v>NewsAPI</c:v>
          </c:tx>
          <c:spPr>
            <a:solidFill>
              <a:schemeClr val="accent2">
                <a:shade val="76000"/>
              </a:schemeClr>
            </a:solidFill>
            <a:ln>
              <a:noFill/>
            </a:ln>
            <a:effectLst/>
          </c:spPr>
          <c:invertIfNegative val="0"/>
          <c:cat>
            <c:strRef>
              <c:f>Sheet1!$A$1:$A$4</c:f>
              <c:strCache>
                <c:ptCount val="4"/>
                <c:pt idx="0">
                  <c:v>energy</c:v>
                </c:pt>
                <c:pt idx="1">
                  <c:v>carbon</c:v>
                </c:pt>
                <c:pt idx="2">
                  <c:v>nuclear</c:v>
                </c:pt>
                <c:pt idx="3">
                  <c:v>green</c:v>
                </c:pt>
              </c:strCache>
            </c:strRef>
          </c:cat>
          <c:val>
            <c:numRef>
              <c:f>Sheet1!$C$1:$C$4</c:f>
              <c:numCache>
                <c:formatCode>General</c:formatCode>
                <c:ptCount val="4"/>
                <c:pt idx="0">
                  <c:v>0.18165999999999999</c:v>
                </c:pt>
                <c:pt idx="1">
                  <c:v>7.0291999999999993E-2</c:v>
                </c:pt>
                <c:pt idx="2">
                  <c:v>6.2770999999999993E-2</c:v>
                </c:pt>
                <c:pt idx="3">
                  <c:v>0.685276</c:v>
                </c:pt>
              </c:numCache>
            </c:numRef>
          </c:val>
          <c:extLst>
            <c:ext xmlns:c16="http://schemas.microsoft.com/office/drawing/2014/chart" uri="{C3380CC4-5D6E-409C-BE32-E72D297353CC}">
              <c16:uniqueId val="{00000001-622B-4EDE-A0EF-8F916A28B3D4}"/>
            </c:ext>
          </c:extLst>
        </c:ser>
        <c:dLbls>
          <c:showLegendKey val="0"/>
          <c:showVal val="0"/>
          <c:showCatName val="0"/>
          <c:showSerName val="0"/>
          <c:showPercent val="0"/>
          <c:showBubbleSize val="0"/>
        </c:dLbls>
        <c:gapWidth val="219"/>
        <c:axId val="1553797055"/>
        <c:axId val="1553794655"/>
      </c:barChart>
      <c:catAx>
        <c:axId val="15537970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53794655"/>
        <c:crosses val="autoZero"/>
        <c:auto val="1"/>
        <c:lblAlgn val="ctr"/>
        <c:lblOffset val="100"/>
        <c:noMultiLvlLbl val="0"/>
      </c:catAx>
      <c:valAx>
        <c:axId val="155379465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537970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24BD37-B02C-43D3-BBEF-2C8455E455A3}" type="doc">
      <dgm:prSet loTypeId="urn:microsoft.com/office/officeart/2005/8/layout/vProcess5" loCatId="process" qsTypeId="urn:microsoft.com/office/officeart/2005/8/quickstyle/simple1" qsCatId="simple" csTypeId="urn:microsoft.com/office/officeart/2005/8/colors/accent2_2" csCatId="accent2" phldr="1"/>
      <dgm:spPr/>
      <dgm:t>
        <a:bodyPr/>
        <a:lstStyle/>
        <a:p>
          <a:endParaRPr lang="en-US"/>
        </a:p>
      </dgm:t>
    </dgm:pt>
    <dgm:pt modelId="{AF757863-7FD3-4E24-8FB2-5E051C056371}">
      <dgm:prSet/>
      <dgm:spPr/>
      <dgm:t>
        <a:bodyPr/>
        <a:lstStyle/>
        <a:p>
          <a:r>
            <a:rPr lang="fr-CA"/>
            <a:t>2 Datasets</a:t>
          </a:r>
          <a:endParaRPr lang="en-US"/>
        </a:p>
      </dgm:t>
    </dgm:pt>
    <dgm:pt modelId="{6F70774E-D8D1-447D-8F13-22CC8006E3A4}" type="parTrans" cxnId="{9016FC83-96CD-4D77-A68C-F20425EB8132}">
      <dgm:prSet/>
      <dgm:spPr/>
      <dgm:t>
        <a:bodyPr/>
        <a:lstStyle/>
        <a:p>
          <a:endParaRPr lang="en-US"/>
        </a:p>
      </dgm:t>
    </dgm:pt>
    <dgm:pt modelId="{28AA21D9-8B9A-42AB-BC92-A93D593F9AE0}" type="sibTrans" cxnId="{9016FC83-96CD-4D77-A68C-F20425EB8132}">
      <dgm:prSet/>
      <dgm:spPr/>
      <dgm:t>
        <a:bodyPr/>
        <a:lstStyle/>
        <a:p>
          <a:endParaRPr lang="en-US"/>
        </a:p>
      </dgm:t>
    </dgm:pt>
    <dgm:pt modelId="{D07F6B88-C0D3-471C-8F41-E4F0946AD2B0}">
      <dgm:prSet/>
      <dgm:spPr/>
      <dgm:t>
        <a:bodyPr/>
        <a:lstStyle/>
        <a:p>
          <a:r>
            <a:rPr lang="fr-CA"/>
            <a:t>2 Machine learning tools</a:t>
          </a:r>
          <a:endParaRPr lang="en-US"/>
        </a:p>
      </dgm:t>
    </dgm:pt>
    <dgm:pt modelId="{E36CAF04-DD98-4D04-AB99-AC36E423BE99}" type="parTrans" cxnId="{6092E1FC-0511-4EEE-B3D0-7E1567A66C12}">
      <dgm:prSet/>
      <dgm:spPr/>
      <dgm:t>
        <a:bodyPr/>
        <a:lstStyle/>
        <a:p>
          <a:endParaRPr lang="en-US"/>
        </a:p>
      </dgm:t>
    </dgm:pt>
    <dgm:pt modelId="{114BE18D-DDB4-43D0-873D-7B4F1AF2217A}" type="sibTrans" cxnId="{6092E1FC-0511-4EEE-B3D0-7E1567A66C12}">
      <dgm:prSet/>
      <dgm:spPr/>
      <dgm:t>
        <a:bodyPr/>
        <a:lstStyle/>
        <a:p>
          <a:endParaRPr lang="en-US"/>
        </a:p>
      </dgm:t>
    </dgm:pt>
    <dgm:pt modelId="{E038AD04-BD0F-4A14-A46D-A428E748713C}">
      <dgm:prSet/>
      <dgm:spPr/>
      <dgm:t>
        <a:bodyPr/>
        <a:lstStyle/>
        <a:p>
          <a:r>
            <a:rPr lang="fr-CA" dirty="0"/>
            <a:t>2 Uses for </a:t>
          </a:r>
          <a:r>
            <a:rPr lang="fr-CA" dirty="0" err="1"/>
            <a:t>BERTopic</a:t>
          </a:r>
          <a:endParaRPr lang="en-US" dirty="0"/>
        </a:p>
      </dgm:t>
    </dgm:pt>
    <dgm:pt modelId="{5EA4099D-7092-488C-9280-117295C35165}" type="parTrans" cxnId="{B760E11D-817F-4327-9658-74B196007D70}">
      <dgm:prSet/>
      <dgm:spPr/>
      <dgm:t>
        <a:bodyPr/>
        <a:lstStyle/>
        <a:p>
          <a:endParaRPr lang="en-US"/>
        </a:p>
      </dgm:t>
    </dgm:pt>
    <dgm:pt modelId="{51E82BED-CB11-4D91-A2EF-B629392BB537}" type="sibTrans" cxnId="{B760E11D-817F-4327-9658-74B196007D70}">
      <dgm:prSet/>
      <dgm:spPr/>
      <dgm:t>
        <a:bodyPr/>
        <a:lstStyle/>
        <a:p>
          <a:endParaRPr lang="en-US"/>
        </a:p>
      </dgm:t>
    </dgm:pt>
    <dgm:pt modelId="{36B24353-DD1D-423A-80A6-9A387644E114}">
      <dgm:prSet/>
      <dgm:spPr/>
      <dgm:t>
        <a:bodyPr/>
        <a:lstStyle/>
        <a:p>
          <a:r>
            <a:rPr lang="fr-CA"/>
            <a:t>2 Uses for CorEx</a:t>
          </a:r>
          <a:endParaRPr lang="en-US"/>
        </a:p>
      </dgm:t>
    </dgm:pt>
    <dgm:pt modelId="{5B8C2AA7-0874-4878-9A50-1280A64796B4}" type="parTrans" cxnId="{84F2D67F-0263-47E6-86B9-BC658FEF2A22}">
      <dgm:prSet/>
      <dgm:spPr/>
      <dgm:t>
        <a:bodyPr/>
        <a:lstStyle/>
        <a:p>
          <a:endParaRPr lang="en-US"/>
        </a:p>
      </dgm:t>
    </dgm:pt>
    <dgm:pt modelId="{04A3A114-9E3B-48C6-8518-8FA6F0C0183A}" type="sibTrans" cxnId="{84F2D67F-0263-47E6-86B9-BC658FEF2A22}">
      <dgm:prSet/>
      <dgm:spPr/>
      <dgm:t>
        <a:bodyPr/>
        <a:lstStyle/>
        <a:p>
          <a:endParaRPr lang="en-US"/>
        </a:p>
      </dgm:t>
    </dgm:pt>
    <dgm:pt modelId="{DE035CFA-5A39-4718-AD50-C8E8CAEEBF83}" type="pres">
      <dgm:prSet presAssocID="{BC24BD37-B02C-43D3-BBEF-2C8455E455A3}" presName="outerComposite" presStyleCnt="0">
        <dgm:presLayoutVars>
          <dgm:chMax val="5"/>
          <dgm:dir/>
          <dgm:resizeHandles val="exact"/>
        </dgm:presLayoutVars>
      </dgm:prSet>
      <dgm:spPr/>
    </dgm:pt>
    <dgm:pt modelId="{35FF8D69-D0B6-4030-9F07-48216EBABED8}" type="pres">
      <dgm:prSet presAssocID="{BC24BD37-B02C-43D3-BBEF-2C8455E455A3}" presName="dummyMaxCanvas" presStyleCnt="0">
        <dgm:presLayoutVars/>
      </dgm:prSet>
      <dgm:spPr/>
    </dgm:pt>
    <dgm:pt modelId="{C7FA802E-83C0-41CD-B302-7A091C70901E}" type="pres">
      <dgm:prSet presAssocID="{BC24BD37-B02C-43D3-BBEF-2C8455E455A3}" presName="FourNodes_1" presStyleLbl="node1" presStyleIdx="0" presStyleCnt="4">
        <dgm:presLayoutVars>
          <dgm:bulletEnabled val="1"/>
        </dgm:presLayoutVars>
      </dgm:prSet>
      <dgm:spPr/>
    </dgm:pt>
    <dgm:pt modelId="{866D247B-C39B-4600-8A6B-69E7382095E9}" type="pres">
      <dgm:prSet presAssocID="{BC24BD37-B02C-43D3-BBEF-2C8455E455A3}" presName="FourNodes_2" presStyleLbl="node1" presStyleIdx="1" presStyleCnt="4">
        <dgm:presLayoutVars>
          <dgm:bulletEnabled val="1"/>
        </dgm:presLayoutVars>
      </dgm:prSet>
      <dgm:spPr/>
    </dgm:pt>
    <dgm:pt modelId="{70E1AECC-BE7A-4998-9313-73E630207C15}" type="pres">
      <dgm:prSet presAssocID="{BC24BD37-B02C-43D3-BBEF-2C8455E455A3}" presName="FourNodes_3" presStyleLbl="node1" presStyleIdx="2" presStyleCnt="4">
        <dgm:presLayoutVars>
          <dgm:bulletEnabled val="1"/>
        </dgm:presLayoutVars>
      </dgm:prSet>
      <dgm:spPr/>
    </dgm:pt>
    <dgm:pt modelId="{706FCE2B-962B-45D7-B75F-73250E5A9DA7}" type="pres">
      <dgm:prSet presAssocID="{BC24BD37-B02C-43D3-BBEF-2C8455E455A3}" presName="FourNodes_4" presStyleLbl="node1" presStyleIdx="3" presStyleCnt="4">
        <dgm:presLayoutVars>
          <dgm:bulletEnabled val="1"/>
        </dgm:presLayoutVars>
      </dgm:prSet>
      <dgm:spPr/>
    </dgm:pt>
    <dgm:pt modelId="{C2D711FE-BE48-492F-AED0-B082EB93C850}" type="pres">
      <dgm:prSet presAssocID="{BC24BD37-B02C-43D3-BBEF-2C8455E455A3}" presName="FourConn_1-2" presStyleLbl="fgAccFollowNode1" presStyleIdx="0" presStyleCnt="3">
        <dgm:presLayoutVars>
          <dgm:bulletEnabled val="1"/>
        </dgm:presLayoutVars>
      </dgm:prSet>
      <dgm:spPr/>
    </dgm:pt>
    <dgm:pt modelId="{E6DD2CED-DA8F-4338-AF39-B01035601313}" type="pres">
      <dgm:prSet presAssocID="{BC24BD37-B02C-43D3-BBEF-2C8455E455A3}" presName="FourConn_2-3" presStyleLbl="fgAccFollowNode1" presStyleIdx="1" presStyleCnt="3">
        <dgm:presLayoutVars>
          <dgm:bulletEnabled val="1"/>
        </dgm:presLayoutVars>
      </dgm:prSet>
      <dgm:spPr/>
    </dgm:pt>
    <dgm:pt modelId="{AAAD1140-62EF-46C3-BC5E-C34977569A76}" type="pres">
      <dgm:prSet presAssocID="{BC24BD37-B02C-43D3-BBEF-2C8455E455A3}" presName="FourConn_3-4" presStyleLbl="fgAccFollowNode1" presStyleIdx="2" presStyleCnt="3">
        <dgm:presLayoutVars>
          <dgm:bulletEnabled val="1"/>
        </dgm:presLayoutVars>
      </dgm:prSet>
      <dgm:spPr/>
    </dgm:pt>
    <dgm:pt modelId="{37DD5B4D-E848-4072-96C5-309A2AEEE829}" type="pres">
      <dgm:prSet presAssocID="{BC24BD37-B02C-43D3-BBEF-2C8455E455A3}" presName="FourNodes_1_text" presStyleLbl="node1" presStyleIdx="3" presStyleCnt="4">
        <dgm:presLayoutVars>
          <dgm:bulletEnabled val="1"/>
        </dgm:presLayoutVars>
      </dgm:prSet>
      <dgm:spPr/>
    </dgm:pt>
    <dgm:pt modelId="{8DEEE642-84E9-4AC3-B9FD-A80010C0BF83}" type="pres">
      <dgm:prSet presAssocID="{BC24BD37-B02C-43D3-BBEF-2C8455E455A3}" presName="FourNodes_2_text" presStyleLbl="node1" presStyleIdx="3" presStyleCnt="4">
        <dgm:presLayoutVars>
          <dgm:bulletEnabled val="1"/>
        </dgm:presLayoutVars>
      </dgm:prSet>
      <dgm:spPr/>
    </dgm:pt>
    <dgm:pt modelId="{B70A38F2-EC2B-4BAE-B0BA-A555EE0D3644}" type="pres">
      <dgm:prSet presAssocID="{BC24BD37-B02C-43D3-BBEF-2C8455E455A3}" presName="FourNodes_3_text" presStyleLbl="node1" presStyleIdx="3" presStyleCnt="4">
        <dgm:presLayoutVars>
          <dgm:bulletEnabled val="1"/>
        </dgm:presLayoutVars>
      </dgm:prSet>
      <dgm:spPr/>
    </dgm:pt>
    <dgm:pt modelId="{1D473CF8-B749-4431-AD31-EDF06E517E67}" type="pres">
      <dgm:prSet presAssocID="{BC24BD37-B02C-43D3-BBEF-2C8455E455A3}" presName="FourNodes_4_text" presStyleLbl="node1" presStyleIdx="3" presStyleCnt="4">
        <dgm:presLayoutVars>
          <dgm:bulletEnabled val="1"/>
        </dgm:presLayoutVars>
      </dgm:prSet>
      <dgm:spPr/>
    </dgm:pt>
  </dgm:ptLst>
  <dgm:cxnLst>
    <dgm:cxn modelId="{B760E11D-817F-4327-9658-74B196007D70}" srcId="{BC24BD37-B02C-43D3-BBEF-2C8455E455A3}" destId="{E038AD04-BD0F-4A14-A46D-A428E748713C}" srcOrd="2" destOrd="0" parTransId="{5EA4099D-7092-488C-9280-117295C35165}" sibTransId="{51E82BED-CB11-4D91-A2EF-B629392BB537}"/>
    <dgm:cxn modelId="{C34F4B43-1B2B-489B-BBB3-CE185CA07595}" type="presOf" srcId="{114BE18D-DDB4-43D0-873D-7B4F1AF2217A}" destId="{E6DD2CED-DA8F-4338-AF39-B01035601313}" srcOrd="0" destOrd="0" presId="urn:microsoft.com/office/officeart/2005/8/layout/vProcess5"/>
    <dgm:cxn modelId="{F257D36C-6A79-4BC0-A028-5044E48D8801}" type="presOf" srcId="{D07F6B88-C0D3-471C-8F41-E4F0946AD2B0}" destId="{8DEEE642-84E9-4AC3-B9FD-A80010C0BF83}" srcOrd="1" destOrd="0" presId="urn:microsoft.com/office/officeart/2005/8/layout/vProcess5"/>
    <dgm:cxn modelId="{F412E34D-CBFE-4C0D-865B-BD7EBA3CA3FF}" type="presOf" srcId="{E038AD04-BD0F-4A14-A46D-A428E748713C}" destId="{70E1AECC-BE7A-4998-9313-73E630207C15}" srcOrd="0" destOrd="0" presId="urn:microsoft.com/office/officeart/2005/8/layout/vProcess5"/>
    <dgm:cxn modelId="{0640E473-8CA5-47BC-9097-B4C2F295DE7D}" type="presOf" srcId="{E038AD04-BD0F-4A14-A46D-A428E748713C}" destId="{B70A38F2-EC2B-4BAE-B0BA-A555EE0D3644}" srcOrd="1" destOrd="0" presId="urn:microsoft.com/office/officeart/2005/8/layout/vProcess5"/>
    <dgm:cxn modelId="{94BDF775-5FEB-4512-98B5-FA4E5422EF39}" type="presOf" srcId="{D07F6B88-C0D3-471C-8F41-E4F0946AD2B0}" destId="{866D247B-C39B-4600-8A6B-69E7382095E9}" srcOrd="0" destOrd="0" presId="urn:microsoft.com/office/officeart/2005/8/layout/vProcess5"/>
    <dgm:cxn modelId="{84F2D67F-0263-47E6-86B9-BC658FEF2A22}" srcId="{BC24BD37-B02C-43D3-BBEF-2C8455E455A3}" destId="{36B24353-DD1D-423A-80A6-9A387644E114}" srcOrd="3" destOrd="0" parTransId="{5B8C2AA7-0874-4878-9A50-1280A64796B4}" sibTransId="{04A3A114-9E3B-48C6-8518-8FA6F0C0183A}"/>
    <dgm:cxn modelId="{9016FC83-96CD-4D77-A68C-F20425EB8132}" srcId="{BC24BD37-B02C-43D3-BBEF-2C8455E455A3}" destId="{AF757863-7FD3-4E24-8FB2-5E051C056371}" srcOrd="0" destOrd="0" parTransId="{6F70774E-D8D1-447D-8F13-22CC8006E3A4}" sibTransId="{28AA21D9-8B9A-42AB-BC92-A93D593F9AE0}"/>
    <dgm:cxn modelId="{6FC3A495-4435-4067-91C4-745438E3849B}" type="presOf" srcId="{36B24353-DD1D-423A-80A6-9A387644E114}" destId="{1D473CF8-B749-4431-AD31-EDF06E517E67}" srcOrd="1" destOrd="0" presId="urn:microsoft.com/office/officeart/2005/8/layout/vProcess5"/>
    <dgm:cxn modelId="{6C7B25AE-7767-47F4-9E13-500D01C9E235}" type="presOf" srcId="{28AA21D9-8B9A-42AB-BC92-A93D593F9AE0}" destId="{C2D711FE-BE48-492F-AED0-B082EB93C850}" srcOrd="0" destOrd="0" presId="urn:microsoft.com/office/officeart/2005/8/layout/vProcess5"/>
    <dgm:cxn modelId="{CA1927BC-EBD5-48BD-AC94-08C608473E1E}" type="presOf" srcId="{51E82BED-CB11-4D91-A2EF-B629392BB537}" destId="{AAAD1140-62EF-46C3-BC5E-C34977569A76}" srcOrd="0" destOrd="0" presId="urn:microsoft.com/office/officeart/2005/8/layout/vProcess5"/>
    <dgm:cxn modelId="{263DF9C6-D6BE-4C79-94A6-F0CC976BED0F}" type="presOf" srcId="{BC24BD37-B02C-43D3-BBEF-2C8455E455A3}" destId="{DE035CFA-5A39-4718-AD50-C8E8CAEEBF83}" srcOrd="0" destOrd="0" presId="urn:microsoft.com/office/officeart/2005/8/layout/vProcess5"/>
    <dgm:cxn modelId="{FFC766CA-D2C3-4991-BE44-F2F3AE6C5E47}" type="presOf" srcId="{AF757863-7FD3-4E24-8FB2-5E051C056371}" destId="{C7FA802E-83C0-41CD-B302-7A091C70901E}" srcOrd="0" destOrd="0" presId="urn:microsoft.com/office/officeart/2005/8/layout/vProcess5"/>
    <dgm:cxn modelId="{F12359D0-15B6-4838-AB0C-4A57C130531B}" type="presOf" srcId="{AF757863-7FD3-4E24-8FB2-5E051C056371}" destId="{37DD5B4D-E848-4072-96C5-309A2AEEE829}" srcOrd="1" destOrd="0" presId="urn:microsoft.com/office/officeart/2005/8/layout/vProcess5"/>
    <dgm:cxn modelId="{2EDABEED-02C6-44B6-B5E8-EC9EF99D9B5B}" type="presOf" srcId="{36B24353-DD1D-423A-80A6-9A387644E114}" destId="{706FCE2B-962B-45D7-B75F-73250E5A9DA7}" srcOrd="0" destOrd="0" presId="urn:microsoft.com/office/officeart/2005/8/layout/vProcess5"/>
    <dgm:cxn modelId="{6092E1FC-0511-4EEE-B3D0-7E1567A66C12}" srcId="{BC24BD37-B02C-43D3-BBEF-2C8455E455A3}" destId="{D07F6B88-C0D3-471C-8F41-E4F0946AD2B0}" srcOrd="1" destOrd="0" parTransId="{E36CAF04-DD98-4D04-AB99-AC36E423BE99}" sibTransId="{114BE18D-DDB4-43D0-873D-7B4F1AF2217A}"/>
    <dgm:cxn modelId="{382355F2-2849-44C6-AD70-19291734CD0F}" type="presParOf" srcId="{DE035CFA-5A39-4718-AD50-C8E8CAEEBF83}" destId="{35FF8D69-D0B6-4030-9F07-48216EBABED8}" srcOrd="0" destOrd="0" presId="urn:microsoft.com/office/officeart/2005/8/layout/vProcess5"/>
    <dgm:cxn modelId="{8DF851F6-BADA-4812-9DC3-CCD23447A9EE}" type="presParOf" srcId="{DE035CFA-5A39-4718-AD50-C8E8CAEEBF83}" destId="{C7FA802E-83C0-41CD-B302-7A091C70901E}" srcOrd="1" destOrd="0" presId="urn:microsoft.com/office/officeart/2005/8/layout/vProcess5"/>
    <dgm:cxn modelId="{B3A39638-A9AB-488A-8D3B-623200CB44E6}" type="presParOf" srcId="{DE035CFA-5A39-4718-AD50-C8E8CAEEBF83}" destId="{866D247B-C39B-4600-8A6B-69E7382095E9}" srcOrd="2" destOrd="0" presId="urn:microsoft.com/office/officeart/2005/8/layout/vProcess5"/>
    <dgm:cxn modelId="{E2798031-E68D-4A0D-915A-A9EEB259ECE2}" type="presParOf" srcId="{DE035CFA-5A39-4718-AD50-C8E8CAEEBF83}" destId="{70E1AECC-BE7A-4998-9313-73E630207C15}" srcOrd="3" destOrd="0" presId="urn:microsoft.com/office/officeart/2005/8/layout/vProcess5"/>
    <dgm:cxn modelId="{33E18A7F-D0AB-4A30-A609-DAA62F5B40F9}" type="presParOf" srcId="{DE035CFA-5A39-4718-AD50-C8E8CAEEBF83}" destId="{706FCE2B-962B-45D7-B75F-73250E5A9DA7}" srcOrd="4" destOrd="0" presId="urn:microsoft.com/office/officeart/2005/8/layout/vProcess5"/>
    <dgm:cxn modelId="{410B510E-8927-418F-AF7A-A3F6B4FF3B4C}" type="presParOf" srcId="{DE035CFA-5A39-4718-AD50-C8E8CAEEBF83}" destId="{C2D711FE-BE48-492F-AED0-B082EB93C850}" srcOrd="5" destOrd="0" presId="urn:microsoft.com/office/officeart/2005/8/layout/vProcess5"/>
    <dgm:cxn modelId="{C47259E4-5C2F-4294-803E-0D008BFA094F}" type="presParOf" srcId="{DE035CFA-5A39-4718-AD50-C8E8CAEEBF83}" destId="{E6DD2CED-DA8F-4338-AF39-B01035601313}" srcOrd="6" destOrd="0" presId="urn:microsoft.com/office/officeart/2005/8/layout/vProcess5"/>
    <dgm:cxn modelId="{29FC277C-D373-4A14-A35E-895D7BAB7F91}" type="presParOf" srcId="{DE035CFA-5A39-4718-AD50-C8E8CAEEBF83}" destId="{AAAD1140-62EF-46C3-BC5E-C34977569A76}" srcOrd="7" destOrd="0" presId="urn:microsoft.com/office/officeart/2005/8/layout/vProcess5"/>
    <dgm:cxn modelId="{CA489A84-5A2C-4399-9868-6875C4DF0AB5}" type="presParOf" srcId="{DE035CFA-5A39-4718-AD50-C8E8CAEEBF83}" destId="{37DD5B4D-E848-4072-96C5-309A2AEEE829}" srcOrd="8" destOrd="0" presId="urn:microsoft.com/office/officeart/2005/8/layout/vProcess5"/>
    <dgm:cxn modelId="{C111C9EA-4F2B-4E7F-A25A-F71C44A18383}" type="presParOf" srcId="{DE035CFA-5A39-4718-AD50-C8E8CAEEBF83}" destId="{8DEEE642-84E9-4AC3-B9FD-A80010C0BF83}" srcOrd="9" destOrd="0" presId="urn:microsoft.com/office/officeart/2005/8/layout/vProcess5"/>
    <dgm:cxn modelId="{F61F19A2-162C-4407-9DB9-E014B9BC9607}" type="presParOf" srcId="{DE035CFA-5A39-4718-AD50-C8E8CAEEBF83}" destId="{B70A38F2-EC2B-4BAE-B0BA-A555EE0D3644}" srcOrd="10" destOrd="0" presId="urn:microsoft.com/office/officeart/2005/8/layout/vProcess5"/>
    <dgm:cxn modelId="{FCABF611-1447-4CFC-83A2-33D02E1F5B4D}" type="presParOf" srcId="{DE035CFA-5A39-4718-AD50-C8E8CAEEBF83}" destId="{1D473CF8-B749-4431-AD31-EDF06E517E67}"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948FF9-E559-4CA8-8762-B729269EF09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CA"/>
        </a:p>
      </dgm:t>
    </dgm:pt>
    <dgm:pt modelId="{CA6D5860-C880-4357-BB34-77EA50636F1C}">
      <dgm:prSet phldrT="[Text]" phldr="0"/>
      <dgm:spPr/>
      <dgm:t>
        <a:bodyPr/>
        <a:lstStyle/>
        <a:p>
          <a:r>
            <a:rPr lang="fr-CA"/>
            <a:t>Good</a:t>
          </a:r>
          <a:endParaRPr lang="en-CA"/>
        </a:p>
      </dgm:t>
    </dgm:pt>
    <dgm:pt modelId="{B960ABF5-24DC-4422-A8A5-8CED5F6270C2}" type="parTrans" cxnId="{7DF79143-46E6-4AD5-A23B-C8C2F3A4956D}">
      <dgm:prSet/>
      <dgm:spPr/>
      <dgm:t>
        <a:bodyPr/>
        <a:lstStyle/>
        <a:p>
          <a:endParaRPr lang="en-CA"/>
        </a:p>
      </dgm:t>
    </dgm:pt>
    <dgm:pt modelId="{7868DB7A-4C23-47F9-BA0B-37DB024B9A05}" type="sibTrans" cxnId="{7DF79143-46E6-4AD5-A23B-C8C2F3A4956D}">
      <dgm:prSet/>
      <dgm:spPr/>
      <dgm:t>
        <a:bodyPr/>
        <a:lstStyle/>
        <a:p>
          <a:endParaRPr lang="en-CA"/>
        </a:p>
      </dgm:t>
    </dgm:pt>
    <dgm:pt modelId="{BF64C93B-179D-4225-A3C1-DC4FFE43CA60}">
      <dgm:prSet phldrT="[Text]" phldr="0"/>
      <dgm:spPr/>
      <dgm:t>
        <a:bodyPr/>
        <a:lstStyle/>
        <a:p>
          <a:r>
            <a:rPr lang="fr-CA" err="1"/>
            <a:t>Simplicity</a:t>
          </a:r>
          <a:endParaRPr lang="en-CA"/>
        </a:p>
      </dgm:t>
    </dgm:pt>
    <dgm:pt modelId="{FF4F11E6-0F7C-485B-8A95-4F462F712757}" type="parTrans" cxnId="{328B426F-A9E1-48F8-9FB8-2AAAA6647119}">
      <dgm:prSet/>
      <dgm:spPr/>
      <dgm:t>
        <a:bodyPr/>
        <a:lstStyle/>
        <a:p>
          <a:endParaRPr lang="en-CA"/>
        </a:p>
      </dgm:t>
    </dgm:pt>
    <dgm:pt modelId="{29F5AAB5-4F2D-440A-B812-BE4BB2409AC7}" type="sibTrans" cxnId="{328B426F-A9E1-48F8-9FB8-2AAAA6647119}">
      <dgm:prSet/>
      <dgm:spPr/>
      <dgm:t>
        <a:bodyPr/>
        <a:lstStyle/>
        <a:p>
          <a:endParaRPr lang="en-CA"/>
        </a:p>
      </dgm:t>
    </dgm:pt>
    <dgm:pt modelId="{50547E56-E9F7-4491-BBEB-5897736E6E01}">
      <dgm:prSet phldrT="[Text]" phldr="0"/>
      <dgm:spPr/>
      <dgm:t>
        <a:bodyPr/>
        <a:lstStyle/>
        <a:p>
          <a:r>
            <a:rPr lang="fr-CA"/>
            <a:t>Quick </a:t>
          </a:r>
          <a:r>
            <a:rPr lang="fr-CA" err="1"/>
            <a:t>results</a:t>
          </a:r>
          <a:endParaRPr lang="en-CA"/>
        </a:p>
      </dgm:t>
    </dgm:pt>
    <dgm:pt modelId="{8E8823DE-A34C-4846-AD37-E4A821E25F7D}" type="parTrans" cxnId="{31E962E9-8108-4E9C-BEEF-4428E5170703}">
      <dgm:prSet/>
      <dgm:spPr/>
      <dgm:t>
        <a:bodyPr/>
        <a:lstStyle/>
        <a:p>
          <a:endParaRPr lang="en-CA"/>
        </a:p>
      </dgm:t>
    </dgm:pt>
    <dgm:pt modelId="{9344059B-3DFF-4E33-80E7-DB2621E1A9E5}" type="sibTrans" cxnId="{31E962E9-8108-4E9C-BEEF-4428E5170703}">
      <dgm:prSet/>
      <dgm:spPr/>
      <dgm:t>
        <a:bodyPr/>
        <a:lstStyle/>
        <a:p>
          <a:endParaRPr lang="en-CA"/>
        </a:p>
      </dgm:t>
    </dgm:pt>
    <dgm:pt modelId="{ABA1092B-A150-44D7-B870-0AD595C2C0B6}">
      <dgm:prSet phldrT="[Text]" phldr="0"/>
      <dgm:spPr/>
      <dgm:t>
        <a:bodyPr/>
        <a:lstStyle/>
        <a:p>
          <a:r>
            <a:rPr lang="fr-CA"/>
            <a:t>Bad</a:t>
          </a:r>
          <a:endParaRPr lang="en-CA"/>
        </a:p>
      </dgm:t>
    </dgm:pt>
    <dgm:pt modelId="{D2E3E50B-1190-4145-88F9-23E3835C9E41}" type="parTrans" cxnId="{D7DFE174-0E6D-4281-BB88-85B8E75FBA94}">
      <dgm:prSet/>
      <dgm:spPr/>
      <dgm:t>
        <a:bodyPr/>
        <a:lstStyle/>
        <a:p>
          <a:endParaRPr lang="en-CA"/>
        </a:p>
      </dgm:t>
    </dgm:pt>
    <dgm:pt modelId="{8D9F0925-4462-44EF-8D8D-F5B7891CF90C}" type="sibTrans" cxnId="{D7DFE174-0E6D-4281-BB88-85B8E75FBA94}">
      <dgm:prSet/>
      <dgm:spPr/>
      <dgm:t>
        <a:bodyPr/>
        <a:lstStyle/>
        <a:p>
          <a:endParaRPr lang="en-CA"/>
        </a:p>
      </dgm:t>
    </dgm:pt>
    <dgm:pt modelId="{6A3FB62A-E704-40EA-953C-7A106C9E4299}">
      <dgm:prSet phldrT="[Text]" phldr="0"/>
      <dgm:spPr/>
      <dgm:t>
        <a:bodyPr/>
        <a:lstStyle/>
        <a:p>
          <a:r>
            <a:rPr lang="fr-CA"/>
            <a:t>Only </a:t>
          </a:r>
          <a:r>
            <a:rPr lang="fr-CA" err="1"/>
            <a:t>themes</a:t>
          </a:r>
          <a:endParaRPr lang="en-CA"/>
        </a:p>
      </dgm:t>
    </dgm:pt>
    <dgm:pt modelId="{CF005F5F-94F5-4D25-B41F-93FCB7972B95}" type="parTrans" cxnId="{6BF2466A-05E8-4A58-9CDA-79BAA577BE75}">
      <dgm:prSet/>
      <dgm:spPr/>
      <dgm:t>
        <a:bodyPr/>
        <a:lstStyle/>
        <a:p>
          <a:endParaRPr lang="en-CA"/>
        </a:p>
      </dgm:t>
    </dgm:pt>
    <dgm:pt modelId="{E57E3B6A-E18B-41F5-8D80-0EA2D106C16F}" type="sibTrans" cxnId="{6BF2466A-05E8-4A58-9CDA-79BAA577BE75}">
      <dgm:prSet/>
      <dgm:spPr/>
      <dgm:t>
        <a:bodyPr/>
        <a:lstStyle/>
        <a:p>
          <a:endParaRPr lang="en-CA"/>
        </a:p>
      </dgm:t>
    </dgm:pt>
    <dgm:pt modelId="{B4B7E3D3-4B3B-4289-925F-E0A034661EAC}">
      <dgm:prSet phldrT="[Text]" phldr="0"/>
      <dgm:spPr/>
      <dgm:t>
        <a:bodyPr/>
        <a:lstStyle/>
        <a:p>
          <a:r>
            <a:rPr lang="fr-CA"/>
            <a:t>No keywords</a:t>
          </a:r>
          <a:endParaRPr lang="en-CA"/>
        </a:p>
      </dgm:t>
    </dgm:pt>
    <dgm:pt modelId="{1031AD82-D096-43F1-9FBB-F5FE22BCCFC4}" type="parTrans" cxnId="{2F45EEBD-753B-413D-8C1C-F0CFEC1A5FF4}">
      <dgm:prSet/>
      <dgm:spPr/>
      <dgm:t>
        <a:bodyPr/>
        <a:lstStyle/>
        <a:p>
          <a:endParaRPr lang="en-CA"/>
        </a:p>
      </dgm:t>
    </dgm:pt>
    <dgm:pt modelId="{5828FB63-4CE1-40CD-8109-41644EFF706A}" type="sibTrans" cxnId="{2F45EEBD-753B-413D-8C1C-F0CFEC1A5FF4}">
      <dgm:prSet/>
      <dgm:spPr/>
      <dgm:t>
        <a:bodyPr/>
        <a:lstStyle/>
        <a:p>
          <a:endParaRPr lang="en-CA"/>
        </a:p>
      </dgm:t>
    </dgm:pt>
    <dgm:pt modelId="{E653EFF7-6519-43C2-9478-22E708B966B0}">
      <dgm:prSet phldrT="[Text]" phldr="0"/>
      <dgm:spPr/>
      <dgm:t>
        <a:bodyPr/>
        <a:lstStyle/>
        <a:p>
          <a:r>
            <a:rPr lang="fr-CA"/>
            <a:t>BERT </a:t>
          </a:r>
          <a:r>
            <a:rPr lang="fr-CA" err="1"/>
            <a:t>choices</a:t>
          </a:r>
          <a:endParaRPr lang="en-CA"/>
        </a:p>
      </dgm:t>
    </dgm:pt>
    <dgm:pt modelId="{849C1C7C-7D0B-4DEA-AAA0-A4C409CFAA90}" type="parTrans" cxnId="{0D335905-3E82-4A7F-B23A-899A746146A4}">
      <dgm:prSet/>
      <dgm:spPr/>
      <dgm:t>
        <a:bodyPr/>
        <a:lstStyle/>
        <a:p>
          <a:endParaRPr lang="en-CA"/>
        </a:p>
      </dgm:t>
    </dgm:pt>
    <dgm:pt modelId="{B4581E9D-75C3-4595-9A4C-5F99F7FD05C4}" type="sibTrans" cxnId="{0D335905-3E82-4A7F-B23A-899A746146A4}">
      <dgm:prSet/>
      <dgm:spPr/>
      <dgm:t>
        <a:bodyPr/>
        <a:lstStyle/>
        <a:p>
          <a:endParaRPr lang="en-CA"/>
        </a:p>
      </dgm:t>
    </dgm:pt>
    <dgm:pt modelId="{5A29A457-FEC8-4014-9A9F-B860563E510D}" type="pres">
      <dgm:prSet presAssocID="{0C948FF9-E559-4CA8-8762-B729269EF097}" presName="outerComposite" presStyleCnt="0">
        <dgm:presLayoutVars>
          <dgm:chMax val="2"/>
          <dgm:animLvl val="lvl"/>
          <dgm:resizeHandles val="exact"/>
        </dgm:presLayoutVars>
      </dgm:prSet>
      <dgm:spPr/>
    </dgm:pt>
    <dgm:pt modelId="{BCF1A1D0-F238-4AF4-B109-3DC6EA8D8E19}" type="pres">
      <dgm:prSet presAssocID="{0C948FF9-E559-4CA8-8762-B729269EF097}" presName="dummyMaxCanvas" presStyleCnt="0"/>
      <dgm:spPr/>
    </dgm:pt>
    <dgm:pt modelId="{25471531-1E95-4BDD-AB9E-93AA65AB383C}" type="pres">
      <dgm:prSet presAssocID="{0C948FF9-E559-4CA8-8762-B729269EF097}" presName="parentComposite" presStyleCnt="0"/>
      <dgm:spPr/>
    </dgm:pt>
    <dgm:pt modelId="{1D215E82-7488-4598-9D05-8C069715AA62}" type="pres">
      <dgm:prSet presAssocID="{0C948FF9-E559-4CA8-8762-B729269EF097}" presName="parent1" presStyleLbl="alignAccFollowNode1" presStyleIdx="0" presStyleCnt="4">
        <dgm:presLayoutVars>
          <dgm:chMax val="4"/>
        </dgm:presLayoutVars>
      </dgm:prSet>
      <dgm:spPr/>
    </dgm:pt>
    <dgm:pt modelId="{2A00AE2B-FAE6-4AE2-865E-E04647CEFE88}" type="pres">
      <dgm:prSet presAssocID="{0C948FF9-E559-4CA8-8762-B729269EF097}" presName="parent2" presStyleLbl="alignAccFollowNode1" presStyleIdx="1" presStyleCnt="4">
        <dgm:presLayoutVars>
          <dgm:chMax val="4"/>
        </dgm:presLayoutVars>
      </dgm:prSet>
      <dgm:spPr/>
    </dgm:pt>
    <dgm:pt modelId="{A1B285DB-D3AB-4B11-925B-5B0A5D9FF05F}" type="pres">
      <dgm:prSet presAssocID="{0C948FF9-E559-4CA8-8762-B729269EF097}" presName="childrenComposite" presStyleCnt="0"/>
      <dgm:spPr/>
    </dgm:pt>
    <dgm:pt modelId="{AC0221D7-2878-4872-AA02-862BB6845B72}" type="pres">
      <dgm:prSet presAssocID="{0C948FF9-E559-4CA8-8762-B729269EF097}" presName="dummyMaxCanvas_ChildArea" presStyleCnt="0"/>
      <dgm:spPr/>
    </dgm:pt>
    <dgm:pt modelId="{4540F14C-529A-4FED-8958-A79C6E3D2113}" type="pres">
      <dgm:prSet presAssocID="{0C948FF9-E559-4CA8-8762-B729269EF097}" presName="fulcrum" presStyleLbl="alignAccFollowNode1" presStyleIdx="2" presStyleCnt="4"/>
      <dgm:spPr/>
    </dgm:pt>
    <dgm:pt modelId="{F15DA08E-695A-4251-99C1-03FA83D3EA1B}" type="pres">
      <dgm:prSet presAssocID="{0C948FF9-E559-4CA8-8762-B729269EF097}" presName="balance_23" presStyleLbl="alignAccFollowNode1" presStyleIdx="3" presStyleCnt="4">
        <dgm:presLayoutVars>
          <dgm:bulletEnabled val="1"/>
        </dgm:presLayoutVars>
      </dgm:prSet>
      <dgm:spPr/>
    </dgm:pt>
    <dgm:pt modelId="{40B68337-566D-4B18-ADE2-C02B0B8FAF2E}" type="pres">
      <dgm:prSet presAssocID="{0C948FF9-E559-4CA8-8762-B729269EF097}" presName="right_23_1" presStyleLbl="node1" presStyleIdx="0" presStyleCnt="5">
        <dgm:presLayoutVars>
          <dgm:bulletEnabled val="1"/>
        </dgm:presLayoutVars>
      </dgm:prSet>
      <dgm:spPr/>
    </dgm:pt>
    <dgm:pt modelId="{3BCAD809-18BC-4620-84A5-31704821794E}" type="pres">
      <dgm:prSet presAssocID="{0C948FF9-E559-4CA8-8762-B729269EF097}" presName="right_23_2" presStyleLbl="node1" presStyleIdx="1" presStyleCnt="5">
        <dgm:presLayoutVars>
          <dgm:bulletEnabled val="1"/>
        </dgm:presLayoutVars>
      </dgm:prSet>
      <dgm:spPr/>
    </dgm:pt>
    <dgm:pt modelId="{0C25D044-D79A-4342-9DDB-7385F59D87AA}" type="pres">
      <dgm:prSet presAssocID="{0C948FF9-E559-4CA8-8762-B729269EF097}" presName="right_23_3" presStyleLbl="node1" presStyleIdx="2" presStyleCnt="5">
        <dgm:presLayoutVars>
          <dgm:bulletEnabled val="1"/>
        </dgm:presLayoutVars>
      </dgm:prSet>
      <dgm:spPr/>
    </dgm:pt>
    <dgm:pt modelId="{B5872482-7CF9-4D3F-A9BD-37119E64A4D9}" type="pres">
      <dgm:prSet presAssocID="{0C948FF9-E559-4CA8-8762-B729269EF097}" presName="left_23_1" presStyleLbl="node1" presStyleIdx="3" presStyleCnt="5">
        <dgm:presLayoutVars>
          <dgm:bulletEnabled val="1"/>
        </dgm:presLayoutVars>
      </dgm:prSet>
      <dgm:spPr/>
    </dgm:pt>
    <dgm:pt modelId="{D0D6C894-9AB6-4F22-9443-5877BE5C8CF1}" type="pres">
      <dgm:prSet presAssocID="{0C948FF9-E559-4CA8-8762-B729269EF097}" presName="left_23_2" presStyleLbl="node1" presStyleIdx="4" presStyleCnt="5">
        <dgm:presLayoutVars>
          <dgm:bulletEnabled val="1"/>
        </dgm:presLayoutVars>
      </dgm:prSet>
      <dgm:spPr/>
    </dgm:pt>
  </dgm:ptLst>
  <dgm:cxnLst>
    <dgm:cxn modelId="{0D335905-3E82-4A7F-B23A-899A746146A4}" srcId="{ABA1092B-A150-44D7-B870-0AD595C2C0B6}" destId="{E653EFF7-6519-43C2-9478-22E708B966B0}" srcOrd="2" destOrd="0" parTransId="{849C1C7C-7D0B-4DEA-AAA0-A4C409CFAA90}" sibTransId="{B4581E9D-75C3-4595-9A4C-5F99F7FD05C4}"/>
    <dgm:cxn modelId="{01BDA61E-F706-46AF-8601-2E11713EB8E8}" type="presOf" srcId="{0C948FF9-E559-4CA8-8762-B729269EF097}" destId="{5A29A457-FEC8-4014-9A9F-B860563E510D}" srcOrd="0" destOrd="0" presId="urn:microsoft.com/office/officeart/2005/8/layout/balance1"/>
    <dgm:cxn modelId="{9D7B522D-2BF3-4221-A96F-A3C1E5AF7EC4}" type="presOf" srcId="{50547E56-E9F7-4491-BBEB-5897736E6E01}" destId="{D0D6C894-9AB6-4F22-9443-5877BE5C8CF1}" srcOrd="0" destOrd="0" presId="urn:microsoft.com/office/officeart/2005/8/layout/balance1"/>
    <dgm:cxn modelId="{DA419234-B60B-4D41-B002-12D0EE6FEB6B}" type="presOf" srcId="{BF64C93B-179D-4225-A3C1-DC4FFE43CA60}" destId="{B5872482-7CF9-4D3F-A9BD-37119E64A4D9}" srcOrd="0" destOrd="0" presId="urn:microsoft.com/office/officeart/2005/8/layout/balance1"/>
    <dgm:cxn modelId="{5345BA42-FF48-463B-9B4C-F8EE31FECE78}" type="presOf" srcId="{B4B7E3D3-4B3B-4289-925F-E0A034661EAC}" destId="{3BCAD809-18BC-4620-84A5-31704821794E}" srcOrd="0" destOrd="0" presId="urn:microsoft.com/office/officeart/2005/8/layout/balance1"/>
    <dgm:cxn modelId="{7DF79143-46E6-4AD5-A23B-C8C2F3A4956D}" srcId="{0C948FF9-E559-4CA8-8762-B729269EF097}" destId="{CA6D5860-C880-4357-BB34-77EA50636F1C}" srcOrd="0" destOrd="0" parTransId="{B960ABF5-24DC-4422-A8A5-8CED5F6270C2}" sibTransId="{7868DB7A-4C23-47F9-BA0B-37DB024B9A05}"/>
    <dgm:cxn modelId="{2A320347-45A3-4209-B36D-A9654CC7F842}" type="presOf" srcId="{6A3FB62A-E704-40EA-953C-7A106C9E4299}" destId="{40B68337-566D-4B18-ADE2-C02B0B8FAF2E}" srcOrd="0" destOrd="0" presId="urn:microsoft.com/office/officeart/2005/8/layout/balance1"/>
    <dgm:cxn modelId="{6BF2466A-05E8-4A58-9CDA-79BAA577BE75}" srcId="{ABA1092B-A150-44D7-B870-0AD595C2C0B6}" destId="{6A3FB62A-E704-40EA-953C-7A106C9E4299}" srcOrd="0" destOrd="0" parTransId="{CF005F5F-94F5-4D25-B41F-93FCB7972B95}" sibTransId="{E57E3B6A-E18B-41F5-8D80-0EA2D106C16F}"/>
    <dgm:cxn modelId="{328B426F-A9E1-48F8-9FB8-2AAAA6647119}" srcId="{CA6D5860-C880-4357-BB34-77EA50636F1C}" destId="{BF64C93B-179D-4225-A3C1-DC4FFE43CA60}" srcOrd="0" destOrd="0" parTransId="{FF4F11E6-0F7C-485B-8A95-4F462F712757}" sibTransId="{29F5AAB5-4F2D-440A-B812-BE4BB2409AC7}"/>
    <dgm:cxn modelId="{E548A174-090E-490A-A3D5-B99E21797320}" type="presOf" srcId="{E653EFF7-6519-43C2-9478-22E708B966B0}" destId="{0C25D044-D79A-4342-9DDB-7385F59D87AA}" srcOrd="0" destOrd="0" presId="urn:microsoft.com/office/officeart/2005/8/layout/balance1"/>
    <dgm:cxn modelId="{D7DFE174-0E6D-4281-BB88-85B8E75FBA94}" srcId="{0C948FF9-E559-4CA8-8762-B729269EF097}" destId="{ABA1092B-A150-44D7-B870-0AD595C2C0B6}" srcOrd="1" destOrd="0" parTransId="{D2E3E50B-1190-4145-88F9-23E3835C9E41}" sibTransId="{8D9F0925-4462-44EF-8D8D-F5B7891CF90C}"/>
    <dgm:cxn modelId="{9DA71059-A63F-40A6-A4B4-96326D76D741}" type="presOf" srcId="{CA6D5860-C880-4357-BB34-77EA50636F1C}" destId="{1D215E82-7488-4598-9D05-8C069715AA62}" srcOrd="0" destOrd="0" presId="urn:microsoft.com/office/officeart/2005/8/layout/balance1"/>
    <dgm:cxn modelId="{AA529DBC-C124-476E-AF09-A59C1D0CCDA0}" type="presOf" srcId="{ABA1092B-A150-44D7-B870-0AD595C2C0B6}" destId="{2A00AE2B-FAE6-4AE2-865E-E04647CEFE88}" srcOrd="0" destOrd="0" presId="urn:microsoft.com/office/officeart/2005/8/layout/balance1"/>
    <dgm:cxn modelId="{2F45EEBD-753B-413D-8C1C-F0CFEC1A5FF4}" srcId="{ABA1092B-A150-44D7-B870-0AD595C2C0B6}" destId="{B4B7E3D3-4B3B-4289-925F-E0A034661EAC}" srcOrd="1" destOrd="0" parTransId="{1031AD82-D096-43F1-9FBB-F5FE22BCCFC4}" sibTransId="{5828FB63-4CE1-40CD-8109-41644EFF706A}"/>
    <dgm:cxn modelId="{31E962E9-8108-4E9C-BEEF-4428E5170703}" srcId="{CA6D5860-C880-4357-BB34-77EA50636F1C}" destId="{50547E56-E9F7-4491-BBEB-5897736E6E01}" srcOrd="1" destOrd="0" parTransId="{8E8823DE-A34C-4846-AD37-E4A821E25F7D}" sibTransId="{9344059B-3DFF-4E33-80E7-DB2621E1A9E5}"/>
    <dgm:cxn modelId="{402197E0-807A-419E-B8F2-DB7209E46654}" type="presParOf" srcId="{5A29A457-FEC8-4014-9A9F-B860563E510D}" destId="{BCF1A1D0-F238-4AF4-B109-3DC6EA8D8E19}" srcOrd="0" destOrd="0" presId="urn:microsoft.com/office/officeart/2005/8/layout/balance1"/>
    <dgm:cxn modelId="{653A5571-643C-449F-A1E7-DA532C166BA9}" type="presParOf" srcId="{5A29A457-FEC8-4014-9A9F-B860563E510D}" destId="{25471531-1E95-4BDD-AB9E-93AA65AB383C}" srcOrd="1" destOrd="0" presId="urn:microsoft.com/office/officeart/2005/8/layout/balance1"/>
    <dgm:cxn modelId="{1C100AA1-8A7B-417B-9C9E-193115F85CEF}" type="presParOf" srcId="{25471531-1E95-4BDD-AB9E-93AA65AB383C}" destId="{1D215E82-7488-4598-9D05-8C069715AA62}" srcOrd="0" destOrd="0" presId="urn:microsoft.com/office/officeart/2005/8/layout/balance1"/>
    <dgm:cxn modelId="{3B8EEF25-746F-4247-BC64-B396CBEC3EBC}" type="presParOf" srcId="{25471531-1E95-4BDD-AB9E-93AA65AB383C}" destId="{2A00AE2B-FAE6-4AE2-865E-E04647CEFE88}" srcOrd="1" destOrd="0" presId="urn:microsoft.com/office/officeart/2005/8/layout/balance1"/>
    <dgm:cxn modelId="{D8E61486-349C-429C-957D-11BF92442D17}" type="presParOf" srcId="{5A29A457-FEC8-4014-9A9F-B860563E510D}" destId="{A1B285DB-D3AB-4B11-925B-5B0A5D9FF05F}" srcOrd="2" destOrd="0" presId="urn:microsoft.com/office/officeart/2005/8/layout/balance1"/>
    <dgm:cxn modelId="{9D57DFED-8CB4-4FD4-9CA7-CD5E81959037}" type="presParOf" srcId="{A1B285DB-D3AB-4B11-925B-5B0A5D9FF05F}" destId="{AC0221D7-2878-4872-AA02-862BB6845B72}" srcOrd="0" destOrd="0" presId="urn:microsoft.com/office/officeart/2005/8/layout/balance1"/>
    <dgm:cxn modelId="{4489E0F2-3799-49B2-9B52-5264F1C139A5}" type="presParOf" srcId="{A1B285DB-D3AB-4B11-925B-5B0A5D9FF05F}" destId="{4540F14C-529A-4FED-8958-A79C6E3D2113}" srcOrd="1" destOrd="0" presId="urn:microsoft.com/office/officeart/2005/8/layout/balance1"/>
    <dgm:cxn modelId="{DF4FF7D1-C3D3-4392-B3D1-E616D8163568}" type="presParOf" srcId="{A1B285DB-D3AB-4B11-925B-5B0A5D9FF05F}" destId="{F15DA08E-695A-4251-99C1-03FA83D3EA1B}" srcOrd="2" destOrd="0" presId="urn:microsoft.com/office/officeart/2005/8/layout/balance1"/>
    <dgm:cxn modelId="{0EF635A6-9356-431E-9AD5-9F0E265ABEEF}" type="presParOf" srcId="{A1B285DB-D3AB-4B11-925B-5B0A5D9FF05F}" destId="{40B68337-566D-4B18-ADE2-C02B0B8FAF2E}" srcOrd="3" destOrd="0" presId="urn:microsoft.com/office/officeart/2005/8/layout/balance1"/>
    <dgm:cxn modelId="{E384D12B-5AB1-4C1F-9FAC-8B65EBD4934E}" type="presParOf" srcId="{A1B285DB-D3AB-4B11-925B-5B0A5D9FF05F}" destId="{3BCAD809-18BC-4620-84A5-31704821794E}" srcOrd="4" destOrd="0" presId="urn:microsoft.com/office/officeart/2005/8/layout/balance1"/>
    <dgm:cxn modelId="{09E9E5A3-01C2-4027-AF32-050BB09DB9D6}" type="presParOf" srcId="{A1B285DB-D3AB-4B11-925B-5B0A5D9FF05F}" destId="{0C25D044-D79A-4342-9DDB-7385F59D87AA}" srcOrd="5" destOrd="0" presId="urn:microsoft.com/office/officeart/2005/8/layout/balance1"/>
    <dgm:cxn modelId="{2379E186-EDC9-423E-8AA1-B21D82FF9741}" type="presParOf" srcId="{A1B285DB-D3AB-4B11-925B-5B0A5D9FF05F}" destId="{B5872482-7CF9-4D3F-A9BD-37119E64A4D9}" srcOrd="6" destOrd="0" presId="urn:microsoft.com/office/officeart/2005/8/layout/balance1"/>
    <dgm:cxn modelId="{3482C18E-98E0-481B-AA97-728AB5237412}" type="presParOf" srcId="{A1B285DB-D3AB-4B11-925B-5B0A5D9FF05F}" destId="{D0D6C894-9AB6-4F22-9443-5877BE5C8CF1}" srcOrd="7"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C948FF9-E559-4CA8-8762-B729269EF09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CA"/>
        </a:p>
      </dgm:t>
    </dgm:pt>
    <dgm:pt modelId="{CA6D5860-C880-4357-BB34-77EA50636F1C}">
      <dgm:prSet phldrT="[Text]" phldr="0"/>
      <dgm:spPr/>
      <dgm:t>
        <a:bodyPr/>
        <a:lstStyle/>
        <a:p>
          <a:r>
            <a:rPr lang="en-CA" noProof="0"/>
            <a:t>Bad</a:t>
          </a:r>
        </a:p>
      </dgm:t>
    </dgm:pt>
    <dgm:pt modelId="{B960ABF5-24DC-4422-A8A5-8CED5F6270C2}" type="parTrans" cxnId="{7DF79143-46E6-4AD5-A23B-C8C2F3A4956D}">
      <dgm:prSet/>
      <dgm:spPr/>
      <dgm:t>
        <a:bodyPr/>
        <a:lstStyle/>
        <a:p>
          <a:endParaRPr lang="en-CA"/>
        </a:p>
      </dgm:t>
    </dgm:pt>
    <dgm:pt modelId="{7868DB7A-4C23-47F9-BA0B-37DB024B9A05}" type="sibTrans" cxnId="{7DF79143-46E6-4AD5-A23B-C8C2F3A4956D}">
      <dgm:prSet/>
      <dgm:spPr/>
      <dgm:t>
        <a:bodyPr/>
        <a:lstStyle/>
        <a:p>
          <a:endParaRPr lang="en-CA"/>
        </a:p>
      </dgm:t>
    </dgm:pt>
    <dgm:pt modelId="{BF64C93B-179D-4225-A3C1-DC4FFE43CA60}">
      <dgm:prSet phldrT="[Text]" phldr="0"/>
      <dgm:spPr/>
      <dgm:t>
        <a:bodyPr/>
        <a:lstStyle/>
        <a:p>
          <a:r>
            <a:rPr lang="en-CA" noProof="0"/>
            <a:t>Complex</a:t>
          </a:r>
        </a:p>
      </dgm:t>
    </dgm:pt>
    <dgm:pt modelId="{FF4F11E6-0F7C-485B-8A95-4F462F712757}" type="parTrans" cxnId="{328B426F-A9E1-48F8-9FB8-2AAAA6647119}">
      <dgm:prSet/>
      <dgm:spPr/>
      <dgm:t>
        <a:bodyPr/>
        <a:lstStyle/>
        <a:p>
          <a:endParaRPr lang="en-CA"/>
        </a:p>
      </dgm:t>
    </dgm:pt>
    <dgm:pt modelId="{29F5AAB5-4F2D-440A-B812-BE4BB2409AC7}" type="sibTrans" cxnId="{328B426F-A9E1-48F8-9FB8-2AAAA6647119}">
      <dgm:prSet/>
      <dgm:spPr/>
      <dgm:t>
        <a:bodyPr/>
        <a:lstStyle/>
        <a:p>
          <a:endParaRPr lang="en-CA"/>
        </a:p>
      </dgm:t>
    </dgm:pt>
    <dgm:pt modelId="{50547E56-E9F7-4491-BBEB-5897736E6E01}">
      <dgm:prSet phldrT="[Text]" phldr="0"/>
      <dgm:spPr/>
      <dgm:t>
        <a:bodyPr/>
        <a:lstStyle/>
        <a:p>
          <a:r>
            <a:rPr lang="en-CA" noProof="0"/>
            <a:t>Iterative</a:t>
          </a:r>
        </a:p>
      </dgm:t>
    </dgm:pt>
    <dgm:pt modelId="{8E8823DE-A34C-4846-AD37-E4A821E25F7D}" type="parTrans" cxnId="{31E962E9-8108-4E9C-BEEF-4428E5170703}">
      <dgm:prSet/>
      <dgm:spPr/>
      <dgm:t>
        <a:bodyPr/>
        <a:lstStyle/>
        <a:p>
          <a:endParaRPr lang="en-CA"/>
        </a:p>
      </dgm:t>
    </dgm:pt>
    <dgm:pt modelId="{9344059B-3DFF-4E33-80E7-DB2621E1A9E5}" type="sibTrans" cxnId="{31E962E9-8108-4E9C-BEEF-4428E5170703}">
      <dgm:prSet/>
      <dgm:spPr/>
      <dgm:t>
        <a:bodyPr/>
        <a:lstStyle/>
        <a:p>
          <a:endParaRPr lang="en-CA"/>
        </a:p>
      </dgm:t>
    </dgm:pt>
    <dgm:pt modelId="{ABA1092B-A150-44D7-B870-0AD595C2C0B6}">
      <dgm:prSet phldrT="[Text]" phldr="0"/>
      <dgm:spPr/>
      <dgm:t>
        <a:bodyPr/>
        <a:lstStyle/>
        <a:p>
          <a:r>
            <a:rPr lang="en-CA" noProof="0"/>
            <a:t>Good</a:t>
          </a:r>
        </a:p>
      </dgm:t>
    </dgm:pt>
    <dgm:pt modelId="{D2E3E50B-1190-4145-88F9-23E3835C9E41}" type="parTrans" cxnId="{D7DFE174-0E6D-4281-BB88-85B8E75FBA94}">
      <dgm:prSet/>
      <dgm:spPr/>
      <dgm:t>
        <a:bodyPr/>
        <a:lstStyle/>
        <a:p>
          <a:endParaRPr lang="en-CA"/>
        </a:p>
      </dgm:t>
    </dgm:pt>
    <dgm:pt modelId="{8D9F0925-4462-44EF-8D8D-F5B7891CF90C}" type="sibTrans" cxnId="{D7DFE174-0E6D-4281-BB88-85B8E75FBA94}">
      <dgm:prSet/>
      <dgm:spPr/>
      <dgm:t>
        <a:bodyPr/>
        <a:lstStyle/>
        <a:p>
          <a:endParaRPr lang="en-CA"/>
        </a:p>
      </dgm:t>
    </dgm:pt>
    <dgm:pt modelId="{6A3FB62A-E704-40EA-953C-7A106C9E4299}">
      <dgm:prSet phldrT="[Text]" phldr="0"/>
      <dgm:spPr/>
      <dgm:t>
        <a:bodyPr/>
        <a:lstStyle/>
        <a:p>
          <a:r>
            <a:rPr lang="en-CA" noProof="0"/>
            <a:t>Chosen themes + words</a:t>
          </a:r>
        </a:p>
      </dgm:t>
    </dgm:pt>
    <dgm:pt modelId="{CF005F5F-94F5-4D25-B41F-93FCB7972B95}" type="parTrans" cxnId="{6BF2466A-05E8-4A58-9CDA-79BAA577BE75}">
      <dgm:prSet/>
      <dgm:spPr/>
      <dgm:t>
        <a:bodyPr/>
        <a:lstStyle/>
        <a:p>
          <a:endParaRPr lang="en-CA"/>
        </a:p>
      </dgm:t>
    </dgm:pt>
    <dgm:pt modelId="{E57E3B6A-E18B-41F5-8D80-0EA2D106C16F}" type="sibTrans" cxnId="{6BF2466A-05E8-4A58-9CDA-79BAA577BE75}">
      <dgm:prSet/>
      <dgm:spPr/>
      <dgm:t>
        <a:bodyPr/>
        <a:lstStyle/>
        <a:p>
          <a:endParaRPr lang="en-CA"/>
        </a:p>
      </dgm:t>
    </dgm:pt>
    <dgm:pt modelId="{B4B7E3D3-4B3B-4289-925F-E0A034661EAC}">
      <dgm:prSet phldrT="[Text]" phldr="0"/>
      <dgm:spPr/>
      <dgm:t>
        <a:bodyPr/>
        <a:lstStyle/>
        <a:p>
          <a:r>
            <a:rPr lang="en-CA" noProof="0"/>
            <a:t>Generalizable</a:t>
          </a:r>
        </a:p>
      </dgm:t>
    </dgm:pt>
    <dgm:pt modelId="{1031AD82-D096-43F1-9FBB-F5FE22BCCFC4}" type="parTrans" cxnId="{2F45EEBD-753B-413D-8C1C-F0CFEC1A5FF4}">
      <dgm:prSet/>
      <dgm:spPr/>
      <dgm:t>
        <a:bodyPr/>
        <a:lstStyle/>
        <a:p>
          <a:endParaRPr lang="en-CA"/>
        </a:p>
      </dgm:t>
    </dgm:pt>
    <dgm:pt modelId="{5828FB63-4CE1-40CD-8109-41644EFF706A}" type="sibTrans" cxnId="{2F45EEBD-753B-413D-8C1C-F0CFEC1A5FF4}">
      <dgm:prSet/>
      <dgm:spPr/>
      <dgm:t>
        <a:bodyPr/>
        <a:lstStyle/>
        <a:p>
          <a:endParaRPr lang="en-CA"/>
        </a:p>
      </dgm:t>
    </dgm:pt>
    <dgm:pt modelId="{FF4617DC-D807-4DE2-A001-BFEC30D5D074}">
      <dgm:prSet phldrT="[Text]" phldr="0"/>
      <dgm:spPr>
        <a:solidFill>
          <a:schemeClr val="accent3">
            <a:lumMod val="60000"/>
            <a:lumOff val="40000"/>
          </a:schemeClr>
        </a:solidFill>
      </dgm:spPr>
      <dgm:t>
        <a:bodyPr/>
        <a:lstStyle/>
        <a:p>
          <a:r>
            <a:rPr lang="en-CA" noProof="0"/>
            <a:t>Insightful results</a:t>
          </a:r>
        </a:p>
      </dgm:t>
    </dgm:pt>
    <dgm:pt modelId="{672E5C24-39EE-4970-9D88-8026BEDEC2D4}" type="parTrans" cxnId="{EF12B8D0-A5AB-41FC-A480-7A1A681B066A}">
      <dgm:prSet/>
      <dgm:spPr/>
      <dgm:t>
        <a:bodyPr/>
        <a:lstStyle/>
        <a:p>
          <a:endParaRPr lang="en-CA"/>
        </a:p>
      </dgm:t>
    </dgm:pt>
    <dgm:pt modelId="{11BE0BD6-9B49-460D-88AE-37779D397A96}" type="sibTrans" cxnId="{EF12B8D0-A5AB-41FC-A480-7A1A681B066A}">
      <dgm:prSet/>
      <dgm:spPr/>
      <dgm:t>
        <a:bodyPr/>
        <a:lstStyle/>
        <a:p>
          <a:endParaRPr lang="en-CA"/>
        </a:p>
      </dgm:t>
    </dgm:pt>
    <dgm:pt modelId="{5A29A457-FEC8-4014-9A9F-B860563E510D}" type="pres">
      <dgm:prSet presAssocID="{0C948FF9-E559-4CA8-8762-B729269EF097}" presName="outerComposite" presStyleCnt="0">
        <dgm:presLayoutVars>
          <dgm:chMax val="2"/>
          <dgm:animLvl val="lvl"/>
          <dgm:resizeHandles val="exact"/>
        </dgm:presLayoutVars>
      </dgm:prSet>
      <dgm:spPr/>
    </dgm:pt>
    <dgm:pt modelId="{BCF1A1D0-F238-4AF4-B109-3DC6EA8D8E19}" type="pres">
      <dgm:prSet presAssocID="{0C948FF9-E559-4CA8-8762-B729269EF097}" presName="dummyMaxCanvas" presStyleCnt="0"/>
      <dgm:spPr/>
    </dgm:pt>
    <dgm:pt modelId="{25471531-1E95-4BDD-AB9E-93AA65AB383C}" type="pres">
      <dgm:prSet presAssocID="{0C948FF9-E559-4CA8-8762-B729269EF097}" presName="parentComposite" presStyleCnt="0"/>
      <dgm:spPr/>
    </dgm:pt>
    <dgm:pt modelId="{1D215E82-7488-4598-9D05-8C069715AA62}" type="pres">
      <dgm:prSet presAssocID="{0C948FF9-E559-4CA8-8762-B729269EF097}" presName="parent1" presStyleLbl="alignAccFollowNode1" presStyleIdx="0" presStyleCnt="4">
        <dgm:presLayoutVars>
          <dgm:chMax val="4"/>
        </dgm:presLayoutVars>
      </dgm:prSet>
      <dgm:spPr/>
    </dgm:pt>
    <dgm:pt modelId="{2A00AE2B-FAE6-4AE2-865E-E04647CEFE88}" type="pres">
      <dgm:prSet presAssocID="{0C948FF9-E559-4CA8-8762-B729269EF097}" presName="parent2" presStyleLbl="alignAccFollowNode1" presStyleIdx="1" presStyleCnt="4">
        <dgm:presLayoutVars>
          <dgm:chMax val="4"/>
        </dgm:presLayoutVars>
      </dgm:prSet>
      <dgm:spPr/>
    </dgm:pt>
    <dgm:pt modelId="{A1B285DB-D3AB-4B11-925B-5B0A5D9FF05F}" type="pres">
      <dgm:prSet presAssocID="{0C948FF9-E559-4CA8-8762-B729269EF097}" presName="childrenComposite" presStyleCnt="0"/>
      <dgm:spPr/>
    </dgm:pt>
    <dgm:pt modelId="{AC0221D7-2878-4872-AA02-862BB6845B72}" type="pres">
      <dgm:prSet presAssocID="{0C948FF9-E559-4CA8-8762-B729269EF097}" presName="dummyMaxCanvas_ChildArea" presStyleCnt="0"/>
      <dgm:spPr/>
    </dgm:pt>
    <dgm:pt modelId="{4540F14C-529A-4FED-8958-A79C6E3D2113}" type="pres">
      <dgm:prSet presAssocID="{0C948FF9-E559-4CA8-8762-B729269EF097}" presName="fulcrum" presStyleLbl="alignAccFollowNode1" presStyleIdx="2" presStyleCnt="4"/>
      <dgm:spPr/>
    </dgm:pt>
    <dgm:pt modelId="{04553E5C-0596-400F-AE8D-C803801D13F0}" type="pres">
      <dgm:prSet presAssocID="{0C948FF9-E559-4CA8-8762-B729269EF097}" presName="balance_23" presStyleLbl="alignAccFollowNode1" presStyleIdx="3" presStyleCnt="4">
        <dgm:presLayoutVars>
          <dgm:bulletEnabled val="1"/>
        </dgm:presLayoutVars>
      </dgm:prSet>
      <dgm:spPr/>
    </dgm:pt>
    <dgm:pt modelId="{0EDD2B3D-834D-46E5-B5B4-DB1CA3F8072D}" type="pres">
      <dgm:prSet presAssocID="{0C948FF9-E559-4CA8-8762-B729269EF097}" presName="right_23_1" presStyleLbl="node1" presStyleIdx="0" presStyleCnt="5">
        <dgm:presLayoutVars>
          <dgm:bulletEnabled val="1"/>
        </dgm:presLayoutVars>
      </dgm:prSet>
      <dgm:spPr/>
    </dgm:pt>
    <dgm:pt modelId="{893A94B2-7428-4351-A2E5-26E4C2D6F122}" type="pres">
      <dgm:prSet presAssocID="{0C948FF9-E559-4CA8-8762-B729269EF097}" presName="right_23_2" presStyleLbl="node1" presStyleIdx="1" presStyleCnt="5">
        <dgm:presLayoutVars>
          <dgm:bulletEnabled val="1"/>
        </dgm:presLayoutVars>
      </dgm:prSet>
      <dgm:spPr/>
    </dgm:pt>
    <dgm:pt modelId="{90DC400A-37A2-44D5-B14D-5AD50981C76F}" type="pres">
      <dgm:prSet presAssocID="{0C948FF9-E559-4CA8-8762-B729269EF097}" presName="right_23_3" presStyleLbl="node1" presStyleIdx="2" presStyleCnt="5">
        <dgm:presLayoutVars>
          <dgm:bulletEnabled val="1"/>
        </dgm:presLayoutVars>
      </dgm:prSet>
      <dgm:spPr/>
    </dgm:pt>
    <dgm:pt modelId="{DE9DBAA3-F7DE-4DAC-965D-EC115F894D2F}" type="pres">
      <dgm:prSet presAssocID="{0C948FF9-E559-4CA8-8762-B729269EF097}" presName="left_23_1" presStyleLbl="node1" presStyleIdx="3" presStyleCnt="5">
        <dgm:presLayoutVars>
          <dgm:bulletEnabled val="1"/>
        </dgm:presLayoutVars>
      </dgm:prSet>
      <dgm:spPr/>
    </dgm:pt>
    <dgm:pt modelId="{13A25D56-1328-48EB-8D25-12C248C4EB8F}" type="pres">
      <dgm:prSet presAssocID="{0C948FF9-E559-4CA8-8762-B729269EF097}" presName="left_23_2" presStyleLbl="node1" presStyleIdx="4" presStyleCnt="5">
        <dgm:presLayoutVars>
          <dgm:bulletEnabled val="1"/>
        </dgm:presLayoutVars>
      </dgm:prSet>
      <dgm:spPr/>
    </dgm:pt>
  </dgm:ptLst>
  <dgm:cxnLst>
    <dgm:cxn modelId="{01BDA61E-F706-46AF-8601-2E11713EB8E8}" type="presOf" srcId="{0C948FF9-E559-4CA8-8762-B729269EF097}" destId="{5A29A457-FEC8-4014-9A9F-B860563E510D}" srcOrd="0" destOrd="0" presId="urn:microsoft.com/office/officeart/2005/8/layout/balance1"/>
    <dgm:cxn modelId="{F4BE7F36-B44F-4008-BFAE-A771313BC4DF}" type="presOf" srcId="{6A3FB62A-E704-40EA-953C-7A106C9E4299}" destId="{0EDD2B3D-834D-46E5-B5B4-DB1CA3F8072D}" srcOrd="0" destOrd="0" presId="urn:microsoft.com/office/officeart/2005/8/layout/balance1"/>
    <dgm:cxn modelId="{7DF79143-46E6-4AD5-A23B-C8C2F3A4956D}" srcId="{0C948FF9-E559-4CA8-8762-B729269EF097}" destId="{CA6D5860-C880-4357-BB34-77EA50636F1C}" srcOrd="0" destOrd="0" parTransId="{B960ABF5-24DC-4422-A8A5-8CED5F6270C2}" sibTransId="{7868DB7A-4C23-47F9-BA0B-37DB024B9A05}"/>
    <dgm:cxn modelId="{6BF2466A-05E8-4A58-9CDA-79BAA577BE75}" srcId="{ABA1092B-A150-44D7-B870-0AD595C2C0B6}" destId="{6A3FB62A-E704-40EA-953C-7A106C9E4299}" srcOrd="0" destOrd="0" parTransId="{CF005F5F-94F5-4D25-B41F-93FCB7972B95}" sibTransId="{E57E3B6A-E18B-41F5-8D80-0EA2D106C16F}"/>
    <dgm:cxn modelId="{328B426F-A9E1-48F8-9FB8-2AAAA6647119}" srcId="{CA6D5860-C880-4357-BB34-77EA50636F1C}" destId="{BF64C93B-179D-4225-A3C1-DC4FFE43CA60}" srcOrd="0" destOrd="0" parTransId="{FF4F11E6-0F7C-485B-8A95-4F462F712757}" sibTransId="{29F5AAB5-4F2D-440A-B812-BE4BB2409AC7}"/>
    <dgm:cxn modelId="{D7DFE174-0E6D-4281-BB88-85B8E75FBA94}" srcId="{0C948FF9-E559-4CA8-8762-B729269EF097}" destId="{ABA1092B-A150-44D7-B870-0AD595C2C0B6}" srcOrd="1" destOrd="0" parTransId="{D2E3E50B-1190-4145-88F9-23E3835C9E41}" sibTransId="{8D9F0925-4462-44EF-8D8D-F5B7891CF90C}"/>
    <dgm:cxn modelId="{9F69A858-6455-49D5-A414-9D78EAF718DE}" type="presOf" srcId="{FF4617DC-D807-4DE2-A001-BFEC30D5D074}" destId="{90DC400A-37A2-44D5-B14D-5AD50981C76F}" srcOrd="0" destOrd="0" presId="urn:microsoft.com/office/officeart/2005/8/layout/balance1"/>
    <dgm:cxn modelId="{9DA71059-A63F-40A6-A4B4-96326D76D741}" type="presOf" srcId="{CA6D5860-C880-4357-BB34-77EA50636F1C}" destId="{1D215E82-7488-4598-9D05-8C069715AA62}" srcOrd="0" destOrd="0" presId="urn:microsoft.com/office/officeart/2005/8/layout/balance1"/>
    <dgm:cxn modelId="{651B3779-42A8-4C53-9021-FD5C8D2ABB12}" type="presOf" srcId="{50547E56-E9F7-4491-BBEB-5897736E6E01}" destId="{13A25D56-1328-48EB-8D25-12C248C4EB8F}" srcOrd="0" destOrd="0" presId="urn:microsoft.com/office/officeart/2005/8/layout/balance1"/>
    <dgm:cxn modelId="{ACE1FDB0-A6A0-4A61-B43F-318272E7FE03}" type="presOf" srcId="{B4B7E3D3-4B3B-4289-925F-E0A034661EAC}" destId="{893A94B2-7428-4351-A2E5-26E4C2D6F122}" srcOrd="0" destOrd="0" presId="urn:microsoft.com/office/officeart/2005/8/layout/balance1"/>
    <dgm:cxn modelId="{AA529DBC-C124-476E-AF09-A59C1D0CCDA0}" type="presOf" srcId="{ABA1092B-A150-44D7-B870-0AD595C2C0B6}" destId="{2A00AE2B-FAE6-4AE2-865E-E04647CEFE88}" srcOrd="0" destOrd="0" presId="urn:microsoft.com/office/officeart/2005/8/layout/balance1"/>
    <dgm:cxn modelId="{2F45EEBD-753B-413D-8C1C-F0CFEC1A5FF4}" srcId="{ABA1092B-A150-44D7-B870-0AD595C2C0B6}" destId="{B4B7E3D3-4B3B-4289-925F-E0A034661EAC}" srcOrd="1" destOrd="0" parTransId="{1031AD82-D096-43F1-9FBB-F5FE22BCCFC4}" sibTransId="{5828FB63-4CE1-40CD-8109-41644EFF706A}"/>
    <dgm:cxn modelId="{EF12B8D0-A5AB-41FC-A480-7A1A681B066A}" srcId="{ABA1092B-A150-44D7-B870-0AD595C2C0B6}" destId="{FF4617DC-D807-4DE2-A001-BFEC30D5D074}" srcOrd="2" destOrd="0" parTransId="{672E5C24-39EE-4970-9D88-8026BEDEC2D4}" sibTransId="{11BE0BD6-9B49-460D-88AE-37779D397A96}"/>
    <dgm:cxn modelId="{31E962E9-8108-4E9C-BEEF-4428E5170703}" srcId="{CA6D5860-C880-4357-BB34-77EA50636F1C}" destId="{50547E56-E9F7-4491-BBEB-5897736E6E01}" srcOrd="1" destOrd="0" parTransId="{8E8823DE-A34C-4846-AD37-E4A821E25F7D}" sibTransId="{9344059B-3DFF-4E33-80E7-DB2621E1A9E5}"/>
    <dgm:cxn modelId="{11AE0EF3-213C-4F57-A002-8E63FFC89CC0}" type="presOf" srcId="{BF64C93B-179D-4225-A3C1-DC4FFE43CA60}" destId="{DE9DBAA3-F7DE-4DAC-965D-EC115F894D2F}" srcOrd="0" destOrd="0" presId="urn:microsoft.com/office/officeart/2005/8/layout/balance1"/>
    <dgm:cxn modelId="{402197E0-807A-419E-B8F2-DB7209E46654}" type="presParOf" srcId="{5A29A457-FEC8-4014-9A9F-B860563E510D}" destId="{BCF1A1D0-F238-4AF4-B109-3DC6EA8D8E19}" srcOrd="0" destOrd="0" presId="urn:microsoft.com/office/officeart/2005/8/layout/balance1"/>
    <dgm:cxn modelId="{653A5571-643C-449F-A1E7-DA532C166BA9}" type="presParOf" srcId="{5A29A457-FEC8-4014-9A9F-B860563E510D}" destId="{25471531-1E95-4BDD-AB9E-93AA65AB383C}" srcOrd="1" destOrd="0" presId="urn:microsoft.com/office/officeart/2005/8/layout/balance1"/>
    <dgm:cxn modelId="{1C100AA1-8A7B-417B-9C9E-193115F85CEF}" type="presParOf" srcId="{25471531-1E95-4BDD-AB9E-93AA65AB383C}" destId="{1D215E82-7488-4598-9D05-8C069715AA62}" srcOrd="0" destOrd="0" presId="urn:microsoft.com/office/officeart/2005/8/layout/balance1"/>
    <dgm:cxn modelId="{3B8EEF25-746F-4247-BC64-B396CBEC3EBC}" type="presParOf" srcId="{25471531-1E95-4BDD-AB9E-93AA65AB383C}" destId="{2A00AE2B-FAE6-4AE2-865E-E04647CEFE88}" srcOrd="1" destOrd="0" presId="urn:microsoft.com/office/officeart/2005/8/layout/balance1"/>
    <dgm:cxn modelId="{D8E61486-349C-429C-957D-11BF92442D17}" type="presParOf" srcId="{5A29A457-FEC8-4014-9A9F-B860563E510D}" destId="{A1B285DB-D3AB-4B11-925B-5B0A5D9FF05F}" srcOrd="2" destOrd="0" presId="urn:microsoft.com/office/officeart/2005/8/layout/balance1"/>
    <dgm:cxn modelId="{9D57DFED-8CB4-4FD4-9CA7-CD5E81959037}" type="presParOf" srcId="{A1B285DB-D3AB-4B11-925B-5B0A5D9FF05F}" destId="{AC0221D7-2878-4872-AA02-862BB6845B72}" srcOrd="0" destOrd="0" presId="urn:microsoft.com/office/officeart/2005/8/layout/balance1"/>
    <dgm:cxn modelId="{4489E0F2-3799-49B2-9B52-5264F1C139A5}" type="presParOf" srcId="{A1B285DB-D3AB-4B11-925B-5B0A5D9FF05F}" destId="{4540F14C-529A-4FED-8958-A79C6E3D2113}" srcOrd="1" destOrd="0" presId="urn:microsoft.com/office/officeart/2005/8/layout/balance1"/>
    <dgm:cxn modelId="{F7C319F6-2DCC-4B55-9787-677635C22C81}" type="presParOf" srcId="{A1B285DB-D3AB-4B11-925B-5B0A5D9FF05F}" destId="{04553E5C-0596-400F-AE8D-C803801D13F0}" srcOrd="2" destOrd="0" presId="urn:microsoft.com/office/officeart/2005/8/layout/balance1"/>
    <dgm:cxn modelId="{4006B30C-22EF-4EE6-BA84-2114DA70E844}" type="presParOf" srcId="{A1B285DB-D3AB-4B11-925B-5B0A5D9FF05F}" destId="{0EDD2B3D-834D-46E5-B5B4-DB1CA3F8072D}" srcOrd="3" destOrd="0" presId="urn:microsoft.com/office/officeart/2005/8/layout/balance1"/>
    <dgm:cxn modelId="{8BCB9993-612F-47D2-A82F-98CC6FAC8894}" type="presParOf" srcId="{A1B285DB-D3AB-4B11-925B-5B0A5D9FF05F}" destId="{893A94B2-7428-4351-A2E5-26E4C2D6F122}" srcOrd="4" destOrd="0" presId="urn:microsoft.com/office/officeart/2005/8/layout/balance1"/>
    <dgm:cxn modelId="{AE12BA36-8EB5-44CA-A15C-E345856D8416}" type="presParOf" srcId="{A1B285DB-D3AB-4B11-925B-5B0A5D9FF05F}" destId="{90DC400A-37A2-44D5-B14D-5AD50981C76F}" srcOrd="5" destOrd="0" presId="urn:microsoft.com/office/officeart/2005/8/layout/balance1"/>
    <dgm:cxn modelId="{B217E7AC-BC05-44DD-9946-6AA3D6DC6D7D}" type="presParOf" srcId="{A1B285DB-D3AB-4B11-925B-5B0A5D9FF05F}" destId="{DE9DBAA3-F7DE-4DAC-965D-EC115F894D2F}" srcOrd="6" destOrd="0" presId="urn:microsoft.com/office/officeart/2005/8/layout/balance1"/>
    <dgm:cxn modelId="{F3A8F576-0216-441B-ADA1-BB8804D05D1F}" type="presParOf" srcId="{A1B285DB-D3AB-4B11-925B-5B0A5D9FF05F}" destId="{13A25D56-1328-48EB-8D25-12C248C4EB8F}" srcOrd="7"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DC268FE-1D46-476F-87BD-366D7BEF33FE}" type="doc">
      <dgm:prSet loTypeId="urn:microsoft.com/office/officeart/2005/8/layout/vProcess5" loCatId="process" qsTypeId="urn:microsoft.com/office/officeart/2005/8/quickstyle/simple4" qsCatId="simple" csTypeId="urn:microsoft.com/office/officeart/2005/8/colors/accent2_2" csCatId="accent2" phldr="1"/>
      <dgm:spPr/>
      <dgm:t>
        <a:bodyPr/>
        <a:lstStyle/>
        <a:p>
          <a:endParaRPr lang="en-CA"/>
        </a:p>
      </dgm:t>
    </dgm:pt>
    <dgm:pt modelId="{220299D8-0C19-4679-9490-42048387A120}">
      <dgm:prSet phldrT="[Text]" phldr="0"/>
      <dgm:spPr>
        <a:solidFill>
          <a:schemeClr val="tx2"/>
        </a:solidFill>
      </dgm:spPr>
      <dgm:t>
        <a:bodyPr/>
        <a:lstStyle/>
        <a:p>
          <a:r>
            <a:rPr lang="fr-CA" dirty="0"/>
            <a:t>Original fake news </a:t>
          </a:r>
          <a:r>
            <a:rPr lang="fr-CA" dirty="0" err="1"/>
            <a:t>dataset</a:t>
          </a:r>
          <a:endParaRPr lang="en-CA" dirty="0"/>
        </a:p>
      </dgm:t>
    </dgm:pt>
    <dgm:pt modelId="{D6FD5873-A983-4106-900D-F95F04C33989}" type="parTrans" cxnId="{7BB2510A-EE12-4425-BB1F-2E72A202CEA0}">
      <dgm:prSet/>
      <dgm:spPr/>
      <dgm:t>
        <a:bodyPr/>
        <a:lstStyle/>
        <a:p>
          <a:endParaRPr lang="en-CA"/>
        </a:p>
      </dgm:t>
    </dgm:pt>
    <dgm:pt modelId="{6EB686A0-CAD0-4882-B9AB-AB5FB0E663ED}" type="sibTrans" cxnId="{7BB2510A-EE12-4425-BB1F-2E72A202CEA0}">
      <dgm:prSet/>
      <dgm:spPr/>
      <dgm:t>
        <a:bodyPr/>
        <a:lstStyle/>
        <a:p>
          <a:endParaRPr lang="en-CA"/>
        </a:p>
      </dgm:t>
    </dgm:pt>
    <dgm:pt modelId="{347CE4FD-A307-4C73-B36B-33F3AD00005E}">
      <dgm:prSet phldrT="[Text]" phldr="0"/>
      <dgm:spPr>
        <a:solidFill>
          <a:schemeClr val="accent1"/>
        </a:solidFill>
      </dgm:spPr>
      <dgm:t>
        <a:bodyPr/>
        <a:lstStyle/>
        <a:p>
          <a:r>
            <a:rPr lang="fr-CA"/>
            <a:t>Top topic (ML)</a:t>
          </a:r>
          <a:endParaRPr lang="en-CA"/>
        </a:p>
      </dgm:t>
    </dgm:pt>
    <dgm:pt modelId="{A24A1CCB-6143-4FC0-8DFE-70FF6FFF771B}" type="parTrans" cxnId="{C2983A19-9246-475A-A833-474029BEBD31}">
      <dgm:prSet/>
      <dgm:spPr/>
      <dgm:t>
        <a:bodyPr/>
        <a:lstStyle/>
        <a:p>
          <a:endParaRPr lang="en-CA"/>
        </a:p>
      </dgm:t>
    </dgm:pt>
    <dgm:pt modelId="{DDB805E0-E810-4F13-8E25-451B2A797475}" type="sibTrans" cxnId="{C2983A19-9246-475A-A833-474029BEBD31}">
      <dgm:prSet/>
      <dgm:spPr/>
      <dgm:t>
        <a:bodyPr/>
        <a:lstStyle/>
        <a:p>
          <a:endParaRPr lang="en-CA"/>
        </a:p>
      </dgm:t>
    </dgm:pt>
    <dgm:pt modelId="{15DF51C1-C0DC-473F-BB68-01ED2CB1AF79}">
      <dgm:prSet phldrT="[Text]" phldr="0"/>
      <dgm:spPr>
        <a:solidFill>
          <a:schemeClr val="accent1"/>
        </a:solidFill>
      </dgm:spPr>
      <dgm:t>
        <a:bodyPr/>
        <a:lstStyle/>
        <a:p>
          <a:r>
            <a:rPr lang="fr-CA"/>
            <a:t>Relevant keywords (ML)</a:t>
          </a:r>
          <a:endParaRPr lang="en-CA"/>
        </a:p>
      </dgm:t>
    </dgm:pt>
    <dgm:pt modelId="{95142076-67B7-473E-9004-4C101C668C9B}" type="parTrans" cxnId="{FF7BBDA0-8830-4E19-82D6-8B0C93913CA3}">
      <dgm:prSet/>
      <dgm:spPr/>
      <dgm:t>
        <a:bodyPr/>
        <a:lstStyle/>
        <a:p>
          <a:endParaRPr lang="en-CA"/>
        </a:p>
      </dgm:t>
    </dgm:pt>
    <dgm:pt modelId="{F2F11C13-86FF-4563-9CF8-B685588CCD5A}" type="sibTrans" cxnId="{FF7BBDA0-8830-4E19-82D6-8B0C93913CA3}">
      <dgm:prSet/>
      <dgm:spPr/>
      <dgm:t>
        <a:bodyPr/>
        <a:lstStyle/>
        <a:p>
          <a:endParaRPr lang="en-CA"/>
        </a:p>
      </dgm:t>
    </dgm:pt>
    <dgm:pt modelId="{8A1C7606-B67A-497A-92A1-62C76A819838}">
      <dgm:prSet phldrT="[Text]" phldr="0"/>
      <dgm:spPr>
        <a:solidFill>
          <a:schemeClr val="accent3">
            <a:lumMod val="75000"/>
          </a:schemeClr>
        </a:solidFill>
      </dgm:spPr>
      <dgm:t>
        <a:bodyPr/>
        <a:lstStyle/>
        <a:p>
          <a:r>
            <a:rPr lang="fr-CA" err="1"/>
            <a:t>Broader</a:t>
          </a:r>
          <a:r>
            <a:rPr lang="fr-CA"/>
            <a:t> </a:t>
          </a:r>
          <a:r>
            <a:rPr lang="fr-CA" err="1"/>
            <a:t>category</a:t>
          </a:r>
          <a:r>
            <a:rPr lang="fr-CA"/>
            <a:t> </a:t>
          </a:r>
          <a:r>
            <a:rPr lang="fr-CA" err="1"/>
            <a:t>from</a:t>
          </a:r>
          <a:r>
            <a:rPr lang="fr-CA"/>
            <a:t> </a:t>
          </a:r>
          <a:r>
            <a:rPr lang="fr-CA" err="1"/>
            <a:t>taxonomy</a:t>
          </a:r>
          <a:endParaRPr lang="en-CA"/>
        </a:p>
      </dgm:t>
    </dgm:pt>
    <dgm:pt modelId="{7505183C-FF7E-4BAA-A2C3-D0D846132936}" type="parTrans" cxnId="{08638DF4-686A-4104-9989-0FA73EBD538A}">
      <dgm:prSet/>
      <dgm:spPr/>
      <dgm:t>
        <a:bodyPr/>
        <a:lstStyle/>
        <a:p>
          <a:endParaRPr lang="en-CA"/>
        </a:p>
      </dgm:t>
    </dgm:pt>
    <dgm:pt modelId="{925EE110-93B2-487C-8B4F-C260D219633A}" type="sibTrans" cxnId="{08638DF4-686A-4104-9989-0FA73EBD538A}">
      <dgm:prSet/>
      <dgm:spPr/>
      <dgm:t>
        <a:bodyPr/>
        <a:lstStyle/>
        <a:p>
          <a:endParaRPr lang="en-CA"/>
        </a:p>
      </dgm:t>
    </dgm:pt>
    <dgm:pt modelId="{44F335E4-7A01-469D-B645-882D4E878E10}">
      <dgm:prSet phldrT="[Text]" phldr="0"/>
      <dgm:spPr>
        <a:solidFill>
          <a:schemeClr val="accent3">
            <a:lumMod val="75000"/>
          </a:schemeClr>
        </a:solidFill>
      </dgm:spPr>
      <dgm:t>
        <a:bodyPr/>
        <a:lstStyle/>
        <a:p>
          <a:r>
            <a:rPr lang="fr-CA" err="1"/>
            <a:t>Context</a:t>
          </a:r>
          <a:r>
            <a:rPr lang="fr-CA"/>
            <a:t> (</a:t>
          </a:r>
          <a:r>
            <a:rPr lang="fr-CA" err="1"/>
            <a:t>definitions</a:t>
          </a:r>
          <a:r>
            <a:rPr lang="fr-CA"/>
            <a:t>, key </a:t>
          </a:r>
          <a:r>
            <a:rPr lang="fr-CA" err="1"/>
            <a:t>interests</a:t>
          </a:r>
          <a:r>
            <a:rPr lang="fr-CA"/>
            <a:t> and lobbies)</a:t>
          </a:r>
          <a:endParaRPr lang="en-CA"/>
        </a:p>
      </dgm:t>
    </dgm:pt>
    <dgm:pt modelId="{1A7D1250-07ED-4C52-908C-4C818F6CFAF2}" type="parTrans" cxnId="{E7484C37-F099-4817-B961-F3133CD176C0}">
      <dgm:prSet/>
      <dgm:spPr/>
      <dgm:t>
        <a:bodyPr/>
        <a:lstStyle/>
        <a:p>
          <a:endParaRPr lang="en-CA"/>
        </a:p>
      </dgm:t>
    </dgm:pt>
    <dgm:pt modelId="{83359466-DAF2-4ABB-B1B2-BA88099B444F}" type="sibTrans" cxnId="{E7484C37-F099-4817-B961-F3133CD176C0}">
      <dgm:prSet/>
      <dgm:spPr/>
      <dgm:t>
        <a:bodyPr/>
        <a:lstStyle/>
        <a:p>
          <a:endParaRPr lang="en-CA"/>
        </a:p>
      </dgm:t>
    </dgm:pt>
    <dgm:pt modelId="{74185328-3C66-425C-B098-4E7E9942B1ED}" type="pres">
      <dgm:prSet presAssocID="{0DC268FE-1D46-476F-87BD-366D7BEF33FE}" presName="outerComposite" presStyleCnt="0">
        <dgm:presLayoutVars>
          <dgm:chMax val="5"/>
          <dgm:dir/>
          <dgm:resizeHandles val="exact"/>
        </dgm:presLayoutVars>
      </dgm:prSet>
      <dgm:spPr/>
    </dgm:pt>
    <dgm:pt modelId="{50EEE89C-E62D-4634-8675-3BFB53FDAB1C}" type="pres">
      <dgm:prSet presAssocID="{0DC268FE-1D46-476F-87BD-366D7BEF33FE}" presName="dummyMaxCanvas" presStyleCnt="0">
        <dgm:presLayoutVars/>
      </dgm:prSet>
      <dgm:spPr/>
    </dgm:pt>
    <dgm:pt modelId="{D067564C-ED7C-44AA-B4EB-2E6E4352001E}" type="pres">
      <dgm:prSet presAssocID="{0DC268FE-1D46-476F-87BD-366D7BEF33FE}" presName="FiveNodes_1" presStyleLbl="node1" presStyleIdx="0" presStyleCnt="5">
        <dgm:presLayoutVars>
          <dgm:bulletEnabled val="1"/>
        </dgm:presLayoutVars>
      </dgm:prSet>
      <dgm:spPr/>
    </dgm:pt>
    <dgm:pt modelId="{AF4F94BD-A762-4767-B94E-1559F3FF4F5F}" type="pres">
      <dgm:prSet presAssocID="{0DC268FE-1D46-476F-87BD-366D7BEF33FE}" presName="FiveNodes_2" presStyleLbl="node1" presStyleIdx="1" presStyleCnt="5">
        <dgm:presLayoutVars>
          <dgm:bulletEnabled val="1"/>
        </dgm:presLayoutVars>
      </dgm:prSet>
      <dgm:spPr/>
    </dgm:pt>
    <dgm:pt modelId="{306001F4-8CA3-4272-84DF-D81D8C893855}" type="pres">
      <dgm:prSet presAssocID="{0DC268FE-1D46-476F-87BD-366D7BEF33FE}" presName="FiveNodes_3" presStyleLbl="node1" presStyleIdx="2" presStyleCnt="5">
        <dgm:presLayoutVars>
          <dgm:bulletEnabled val="1"/>
        </dgm:presLayoutVars>
      </dgm:prSet>
      <dgm:spPr/>
    </dgm:pt>
    <dgm:pt modelId="{AC41D564-D1B1-45C6-BD46-4D2C4726C3C8}" type="pres">
      <dgm:prSet presAssocID="{0DC268FE-1D46-476F-87BD-366D7BEF33FE}" presName="FiveNodes_4" presStyleLbl="node1" presStyleIdx="3" presStyleCnt="5">
        <dgm:presLayoutVars>
          <dgm:bulletEnabled val="1"/>
        </dgm:presLayoutVars>
      </dgm:prSet>
      <dgm:spPr/>
    </dgm:pt>
    <dgm:pt modelId="{FC7114B4-5FD5-4B8C-8AAA-0CABF594F045}" type="pres">
      <dgm:prSet presAssocID="{0DC268FE-1D46-476F-87BD-366D7BEF33FE}" presName="FiveNodes_5" presStyleLbl="node1" presStyleIdx="4" presStyleCnt="5">
        <dgm:presLayoutVars>
          <dgm:bulletEnabled val="1"/>
        </dgm:presLayoutVars>
      </dgm:prSet>
      <dgm:spPr/>
    </dgm:pt>
    <dgm:pt modelId="{14D09021-B93A-4042-9B09-2CF5E1E516B8}" type="pres">
      <dgm:prSet presAssocID="{0DC268FE-1D46-476F-87BD-366D7BEF33FE}" presName="FiveConn_1-2" presStyleLbl="fgAccFollowNode1" presStyleIdx="0" presStyleCnt="4">
        <dgm:presLayoutVars>
          <dgm:bulletEnabled val="1"/>
        </dgm:presLayoutVars>
      </dgm:prSet>
      <dgm:spPr/>
    </dgm:pt>
    <dgm:pt modelId="{25267FD8-72C1-496F-BCB4-BDE66B922C6D}" type="pres">
      <dgm:prSet presAssocID="{0DC268FE-1D46-476F-87BD-366D7BEF33FE}" presName="FiveConn_2-3" presStyleLbl="fgAccFollowNode1" presStyleIdx="1" presStyleCnt="4">
        <dgm:presLayoutVars>
          <dgm:bulletEnabled val="1"/>
        </dgm:presLayoutVars>
      </dgm:prSet>
      <dgm:spPr/>
    </dgm:pt>
    <dgm:pt modelId="{416B6FF6-3DDB-4817-92E8-062889E6A0E8}" type="pres">
      <dgm:prSet presAssocID="{0DC268FE-1D46-476F-87BD-366D7BEF33FE}" presName="FiveConn_3-4" presStyleLbl="fgAccFollowNode1" presStyleIdx="2" presStyleCnt="4">
        <dgm:presLayoutVars>
          <dgm:bulletEnabled val="1"/>
        </dgm:presLayoutVars>
      </dgm:prSet>
      <dgm:spPr/>
    </dgm:pt>
    <dgm:pt modelId="{53CFF26C-11D7-46D3-A88C-26EC04A2B87A}" type="pres">
      <dgm:prSet presAssocID="{0DC268FE-1D46-476F-87BD-366D7BEF33FE}" presName="FiveConn_4-5" presStyleLbl="fgAccFollowNode1" presStyleIdx="3" presStyleCnt="4">
        <dgm:presLayoutVars>
          <dgm:bulletEnabled val="1"/>
        </dgm:presLayoutVars>
      </dgm:prSet>
      <dgm:spPr/>
    </dgm:pt>
    <dgm:pt modelId="{1E11992E-3921-4861-8B1D-E1C8D566D647}" type="pres">
      <dgm:prSet presAssocID="{0DC268FE-1D46-476F-87BD-366D7BEF33FE}" presName="FiveNodes_1_text" presStyleLbl="node1" presStyleIdx="4" presStyleCnt="5">
        <dgm:presLayoutVars>
          <dgm:bulletEnabled val="1"/>
        </dgm:presLayoutVars>
      </dgm:prSet>
      <dgm:spPr/>
    </dgm:pt>
    <dgm:pt modelId="{302110A4-5DF8-4416-BB3A-F50CA215F678}" type="pres">
      <dgm:prSet presAssocID="{0DC268FE-1D46-476F-87BD-366D7BEF33FE}" presName="FiveNodes_2_text" presStyleLbl="node1" presStyleIdx="4" presStyleCnt="5">
        <dgm:presLayoutVars>
          <dgm:bulletEnabled val="1"/>
        </dgm:presLayoutVars>
      </dgm:prSet>
      <dgm:spPr/>
    </dgm:pt>
    <dgm:pt modelId="{F37D3722-48D8-41F1-B1BE-BFBD6FEDA25A}" type="pres">
      <dgm:prSet presAssocID="{0DC268FE-1D46-476F-87BD-366D7BEF33FE}" presName="FiveNodes_3_text" presStyleLbl="node1" presStyleIdx="4" presStyleCnt="5">
        <dgm:presLayoutVars>
          <dgm:bulletEnabled val="1"/>
        </dgm:presLayoutVars>
      </dgm:prSet>
      <dgm:spPr/>
    </dgm:pt>
    <dgm:pt modelId="{A9FD8AF2-4201-45A7-8CF1-F4D761578FFA}" type="pres">
      <dgm:prSet presAssocID="{0DC268FE-1D46-476F-87BD-366D7BEF33FE}" presName="FiveNodes_4_text" presStyleLbl="node1" presStyleIdx="4" presStyleCnt="5">
        <dgm:presLayoutVars>
          <dgm:bulletEnabled val="1"/>
        </dgm:presLayoutVars>
      </dgm:prSet>
      <dgm:spPr/>
    </dgm:pt>
    <dgm:pt modelId="{987A7056-6E81-4863-9250-3FBB9378E242}" type="pres">
      <dgm:prSet presAssocID="{0DC268FE-1D46-476F-87BD-366D7BEF33FE}" presName="FiveNodes_5_text" presStyleLbl="node1" presStyleIdx="4" presStyleCnt="5">
        <dgm:presLayoutVars>
          <dgm:bulletEnabled val="1"/>
        </dgm:presLayoutVars>
      </dgm:prSet>
      <dgm:spPr/>
    </dgm:pt>
  </dgm:ptLst>
  <dgm:cxnLst>
    <dgm:cxn modelId="{7BB2510A-EE12-4425-BB1F-2E72A202CEA0}" srcId="{0DC268FE-1D46-476F-87BD-366D7BEF33FE}" destId="{220299D8-0C19-4679-9490-42048387A120}" srcOrd="0" destOrd="0" parTransId="{D6FD5873-A983-4106-900D-F95F04C33989}" sibTransId="{6EB686A0-CAD0-4882-B9AB-AB5FB0E663ED}"/>
    <dgm:cxn modelId="{86CC4012-B0CF-4925-9F2B-5A47873445D4}" type="presOf" srcId="{220299D8-0C19-4679-9490-42048387A120}" destId="{D067564C-ED7C-44AA-B4EB-2E6E4352001E}" srcOrd="0" destOrd="0" presId="urn:microsoft.com/office/officeart/2005/8/layout/vProcess5"/>
    <dgm:cxn modelId="{C2983A19-9246-475A-A833-474029BEBD31}" srcId="{0DC268FE-1D46-476F-87BD-366D7BEF33FE}" destId="{347CE4FD-A307-4C73-B36B-33F3AD00005E}" srcOrd="1" destOrd="0" parTransId="{A24A1CCB-6143-4FC0-8DFE-70FF6FFF771B}" sibTransId="{DDB805E0-E810-4F13-8E25-451B2A797475}"/>
    <dgm:cxn modelId="{D80A5C1F-1F9E-428B-AFBE-C384842883D3}" type="presOf" srcId="{DDB805E0-E810-4F13-8E25-451B2A797475}" destId="{25267FD8-72C1-496F-BCB4-BDE66B922C6D}" srcOrd="0" destOrd="0" presId="urn:microsoft.com/office/officeart/2005/8/layout/vProcess5"/>
    <dgm:cxn modelId="{4ECD4337-70EC-428D-8E7C-CCE5F1FA9AE8}" type="presOf" srcId="{8A1C7606-B67A-497A-92A1-62C76A819838}" destId="{A9FD8AF2-4201-45A7-8CF1-F4D761578FFA}" srcOrd="1" destOrd="0" presId="urn:microsoft.com/office/officeart/2005/8/layout/vProcess5"/>
    <dgm:cxn modelId="{E7484C37-F099-4817-B961-F3133CD176C0}" srcId="{0DC268FE-1D46-476F-87BD-366D7BEF33FE}" destId="{44F335E4-7A01-469D-B645-882D4E878E10}" srcOrd="4" destOrd="0" parTransId="{1A7D1250-07ED-4C52-908C-4C818F6CFAF2}" sibTransId="{83359466-DAF2-4ABB-B1B2-BA88099B444F}"/>
    <dgm:cxn modelId="{95680E62-EEBB-4F9B-B9D6-753479A3280B}" type="presOf" srcId="{347CE4FD-A307-4C73-B36B-33F3AD00005E}" destId="{AF4F94BD-A762-4767-B94E-1559F3FF4F5F}" srcOrd="0" destOrd="0" presId="urn:microsoft.com/office/officeart/2005/8/layout/vProcess5"/>
    <dgm:cxn modelId="{2A1D5C63-2CDA-4944-BC18-EB5E282051AB}" type="presOf" srcId="{F2F11C13-86FF-4563-9CF8-B685588CCD5A}" destId="{416B6FF6-3DDB-4817-92E8-062889E6A0E8}" srcOrd="0" destOrd="0" presId="urn:microsoft.com/office/officeart/2005/8/layout/vProcess5"/>
    <dgm:cxn modelId="{A8E3A865-D53B-4C39-B025-28EF6052D778}" type="presOf" srcId="{925EE110-93B2-487C-8B4F-C260D219633A}" destId="{53CFF26C-11D7-46D3-A88C-26EC04A2B87A}" srcOrd="0" destOrd="0" presId="urn:microsoft.com/office/officeart/2005/8/layout/vProcess5"/>
    <dgm:cxn modelId="{16CFC453-415D-4D6B-AA6B-22411E52E228}" type="presOf" srcId="{44F335E4-7A01-469D-B645-882D4E878E10}" destId="{987A7056-6E81-4863-9250-3FBB9378E242}" srcOrd="1" destOrd="0" presId="urn:microsoft.com/office/officeart/2005/8/layout/vProcess5"/>
    <dgm:cxn modelId="{B9CFAA91-8204-477C-B6A9-D2D602C94B82}" type="presOf" srcId="{15DF51C1-C0DC-473F-BB68-01ED2CB1AF79}" destId="{306001F4-8CA3-4272-84DF-D81D8C893855}" srcOrd="0" destOrd="0" presId="urn:microsoft.com/office/officeart/2005/8/layout/vProcess5"/>
    <dgm:cxn modelId="{87237A9C-D199-4113-B0A4-0850AFBFD3F4}" type="presOf" srcId="{15DF51C1-C0DC-473F-BB68-01ED2CB1AF79}" destId="{F37D3722-48D8-41F1-B1BE-BFBD6FEDA25A}" srcOrd="1" destOrd="0" presId="urn:microsoft.com/office/officeart/2005/8/layout/vProcess5"/>
    <dgm:cxn modelId="{FF7BBDA0-8830-4E19-82D6-8B0C93913CA3}" srcId="{0DC268FE-1D46-476F-87BD-366D7BEF33FE}" destId="{15DF51C1-C0DC-473F-BB68-01ED2CB1AF79}" srcOrd="2" destOrd="0" parTransId="{95142076-67B7-473E-9004-4C101C668C9B}" sibTransId="{F2F11C13-86FF-4563-9CF8-B685588CCD5A}"/>
    <dgm:cxn modelId="{B74FF7A2-7867-4D92-BFE5-2D12BBC083D2}" type="presOf" srcId="{8A1C7606-B67A-497A-92A1-62C76A819838}" destId="{AC41D564-D1B1-45C6-BD46-4D2C4726C3C8}" srcOrd="0" destOrd="0" presId="urn:microsoft.com/office/officeart/2005/8/layout/vProcess5"/>
    <dgm:cxn modelId="{C30CD0CD-CC57-4ABE-95CD-0459FAF63F9C}" type="presOf" srcId="{220299D8-0C19-4679-9490-42048387A120}" destId="{1E11992E-3921-4861-8B1D-E1C8D566D647}" srcOrd="1" destOrd="0" presId="urn:microsoft.com/office/officeart/2005/8/layout/vProcess5"/>
    <dgm:cxn modelId="{919E78DD-F1F9-4D54-9EBC-A3ADB89CE1B8}" type="presOf" srcId="{6EB686A0-CAD0-4882-B9AB-AB5FB0E663ED}" destId="{14D09021-B93A-4042-9B09-2CF5E1E516B8}" srcOrd="0" destOrd="0" presId="urn:microsoft.com/office/officeart/2005/8/layout/vProcess5"/>
    <dgm:cxn modelId="{94B5ADE5-2587-4C5E-8B83-5D5236AA5BFC}" type="presOf" srcId="{44F335E4-7A01-469D-B645-882D4E878E10}" destId="{FC7114B4-5FD5-4B8C-8AAA-0CABF594F045}" srcOrd="0" destOrd="0" presId="urn:microsoft.com/office/officeart/2005/8/layout/vProcess5"/>
    <dgm:cxn modelId="{F31FE4F3-B7E0-48AE-A56B-CFC03211FE61}" type="presOf" srcId="{0DC268FE-1D46-476F-87BD-366D7BEF33FE}" destId="{74185328-3C66-425C-B098-4E7E9942B1ED}" srcOrd="0" destOrd="0" presId="urn:microsoft.com/office/officeart/2005/8/layout/vProcess5"/>
    <dgm:cxn modelId="{08638DF4-686A-4104-9989-0FA73EBD538A}" srcId="{0DC268FE-1D46-476F-87BD-366D7BEF33FE}" destId="{8A1C7606-B67A-497A-92A1-62C76A819838}" srcOrd="3" destOrd="0" parTransId="{7505183C-FF7E-4BAA-A2C3-D0D846132936}" sibTransId="{925EE110-93B2-487C-8B4F-C260D219633A}"/>
    <dgm:cxn modelId="{33794AFC-69EC-4CC8-90C4-C0F535981F70}" type="presOf" srcId="{347CE4FD-A307-4C73-B36B-33F3AD00005E}" destId="{302110A4-5DF8-4416-BB3A-F50CA215F678}" srcOrd="1" destOrd="0" presId="urn:microsoft.com/office/officeart/2005/8/layout/vProcess5"/>
    <dgm:cxn modelId="{7E392006-99A8-4169-B2E4-89183369FDE7}" type="presParOf" srcId="{74185328-3C66-425C-B098-4E7E9942B1ED}" destId="{50EEE89C-E62D-4634-8675-3BFB53FDAB1C}" srcOrd="0" destOrd="0" presId="urn:microsoft.com/office/officeart/2005/8/layout/vProcess5"/>
    <dgm:cxn modelId="{443F2792-B9E1-4D07-A27A-69F41C0F214B}" type="presParOf" srcId="{74185328-3C66-425C-B098-4E7E9942B1ED}" destId="{D067564C-ED7C-44AA-B4EB-2E6E4352001E}" srcOrd="1" destOrd="0" presId="urn:microsoft.com/office/officeart/2005/8/layout/vProcess5"/>
    <dgm:cxn modelId="{CDF0B211-6264-47D0-918F-B65CCDF645DA}" type="presParOf" srcId="{74185328-3C66-425C-B098-4E7E9942B1ED}" destId="{AF4F94BD-A762-4767-B94E-1559F3FF4F5F}" srcOrd="2" destOrd="0" presId="urn:microsoft.com/office/officeart/2005/8/layout/vProcess5"/>
    <dgm:cxn modelId="{D2986CBC-CDB9-441B-8754-4128A101BEB2}" type="presParOf" srcId="{74185328-3C66-425C-B098-4E7E9942B1ED}" destId="{306001F4-8CA3-4272-84DF-D81D8C893855}" srcOrd="3" destOrd="0" presId="urn:microsoft.com/office/officeart/2005/8/layout/vProcess5"/>
    <dgm:cxn modelId="{54DE5735-180B-4976-A066-2CABA3FEA308}" type="presParOf" srcId="{74185328-3C66-425C-B098-4E7E9942B1ED}" destId="{AC41D564-D1B1-45C6-BD46-4D2C4726C3C8}" srcOrd="4" destOrd="0" presId="urn:microsoft.com/office/officeart/2005/8/layout/vProcess5"/>
    <dgm:cxn modelId="{76DD6273-95A6-4596-8AD3-CC7C78D3CF13}" type="presParOf" srcId="{74185328-3C66-425C-B098-4E7E9942B1ED}" destId="{FC7114B4-5FD5-4B8C-8AAA-0CABF594F045}" srcOrd="5" destOrd="0" presId="urn:microsoft.com/office/officeart/2005/8/layout/vProcess5"/>
    <dgm:cxn modelId="{9A16444E-C6D0-45FC-AF86-C1ABF05436D1}" type="presParOf" srcId="{74185328-3C66-425C-B098-4E7E9942B1ED}" destId="{14D09021-B93A-4042-9B09-2CF5E1E516B8}" srcOrd="6" destOrd="0" presId="urn:microsoft.com/office/officeart/2005/8/layout/vProcess5"/>
    <dgm:cxn modelId="{F502DFC1-6D69-42AE-A323-6E4ACF321B6A}" type="presParOf" srcId="{74185328-3C66-425C-B098-4E7E9942B1ED}" destId="{25267FD8-72C1-496F-BCB4-BDE66B922C6D}" srcOrd="7" destOrd="0" presId="urn:microsoft.com/office/officeart/2005/8/layout/vProcess5"/>
    <dgm:cxn modelId="{35A59A58-3D3D-4A75-83C9-D0A916CDF616}" type="presParOf" srcId="{74185328-3C66-425C-B098-4E7E9942B1ED}" destId="{416B6FF6-3DDB-4817-92E8-062889E6A0E8}" srcOrd="8" destOrd="0" presId="urn:microsoft.com/office/officeart/2005/8/layout/vProcess5"/>
    <dgm:cxn modelId="{B8720600-3CD5-4B96-AC32-FDE606389E46}" type="presParOf" srcId="{74185328-3C66-425C-B098-4E7E9942B1ED}" destId="{53CFF26C-11D7-46D3-A88C-26EC04A2B87A}" srcOrd="9" destOrd="0" presId="urn:microsoft.com/office/officeart/2005/8/layout/vProcess5"/>
    <dgm:cxn modelId="{09963EFC-B325-4D44-B00A-786AE4629892}" type="presParOf" srcId="{74185328-3C66-425C-B098-4E7E9942B1ED}" destId="{1E11992E-3921-4861-8B1D-E1C8D566D647}" srcOrd="10" destOrd="0" presId="urn:microsoft.com/office/officeart/2005/8/layout/vProcess5"/>
    <dgm:cxn modelId="{1443F094-D608-4BA6-AC44-945B6FDBF29C}" type="presParOf" srcId="{74185328-3C66-425C-B098-4E7E9942B1ED}" destId="{302110A4-5DF8-4416-BB3A-F50CA215F678}" srcOrd="11" destOrd="0" presId="urn:microsoft.com/office/officeart/2005/8/layout/vProcess5"/>
    <dgm:cxn modelId="{18FE92ED-9DEA-44A7-8CDA-4271BC14A0DE}" type="presParOf" srcId="{74185328-3C66-425C-B098-4E7E9942B1ED}" destId="{F37D3722-48D8-41F1-B1BE-BFBD6FEDA25A}" srcOrd="12" destOrd="0" presId="urn:microsoft.com/office/officeart/2005/8/layout/vProcess5"/>
    <dgm:cxn modelId="{E5644BE4-16B5-4D61-8E5D-6FB9A6CEE265}" type="presParOf" srcId="{74185328-3C66-425C-B098-4E7E9942B1ED}" destId="{A9FD8AF2-4201-45A7-8CF1-F4D761578FFA}" srcOrd="13" destOrd="0" presId="urn:microsoft.com/office/officeart/2005/8/layout/vProcess5"/>
    <dgm:cxn modelId="{0528B416-B063-4A41-AA37-D26A0F13C9AC}" type="presParOf" srcId="{74185328-3C66-425C-B098-4E7E9942B1ED}" destId="{987A7056-6E81-4863-9250-3FBB9378E242}"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C948FF9-E559-4CA8-8762-B729269EF09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CA"/>
        </a:p>
      </dgm:t>
    </dgm:pt>
    <dgm:pt modelId="{CA6D5860-C880-4357-BB34-77EA50636F1C}">
      <dgm:prSet phldrT="[Text]" phldr="0"/>
      <dgm:spPr/>
      <dgm:t>
        <a:bodyPr/>
        <a:lstStyle/>
        <a:p>
          <a:r>
            <a:rPr lang="fr-CA"/>
            <a:t>Bad</a:t>
          </a:r>
          <a:endParaRPr lang="en-CA"/>
        </a:p>
      </dgm:t>
    </dgm:pt>
    <dgm:pt modelId="{B960ABF5-24DC-4422-A8A5-8CED5F6270C2}" type="parTrans" cxnId="{7DF79143-46E6-4AD5-A23B-C8C2F3A4956D}">
      <dgm:prSet/>
      <dgm:spPr/>
      <dgm:t>
        <a:bodyPr/>
        <a:lstStyle/>
        <a:p>
          <a:endParaRPr lang="en-CA"/>
        </a:p>
      </dgm:t>
    </dgm:pt>
    <dgm:pt modelId="{7868DB7A-4C23-47F9-BA0B-37DB024B9A05}" type="sibTrans" cxnId="{7DF79143-46E6-4AD5-A23B-C8C2F3A4956D}">
      <dgm:prSet/>
      <dgm:spPr/>
      <dgm:t>
        <a:bodyPr/>
        <a:lstStyle/>
        <a:p>
          <a:endParaRPr lang="en-CA"/>
        </a:p>
      </dgm:t>
    </dgm:pt>
    <dgm:pt modelId="{BF64C93B-179D-4225-A3C1-DC4FFE43CA60}">
      <dgm:prSet phldrT="[Text]" phldr="0"/>
      <dgm:spPr/>
      <dgm:t>
        <a:bodyPr/>
        <a:lstStyle/>
        <a:p>
          <a:r>
            <a:rPr lang="fr-CA" err="1"/>
            <a:t>Complex</a:t>
          </a:r>
          <a:endParaRPr lang="en-CA"/>
        </a:p>
      </dgm:t>
    </dgm:pt>
    <dgm:pt modelId="{FF4F11E6-0F7C-485B-8A95-4F462F712757}" type="parTrans" cxnId="{328B426F-A9E1-48F8-9FB8-2AAAA6647119}">
      <dgm:prSet/>
      <dgm:spPr/>
      <dgm:t>
        <a:bodyPr/>
        <a:lstStyle/>
        <a:p>
          <a:endParaRPr lang="en-CA"/>
        </a:p>
      </dgm:t>
    </dgm:pt>
    <dgm:pt modelId="{29F5AAB5-4F2D-440A-B812-BE4BB2409AC7}" type="sibTrans" cxnId="{328B426F-A9E1-48F8-9FB8-2AAAA6647119}">
      <dgm:prSet/>
      <dgm:spPr/>
      <dgm:t>
        <a:bodyPr/>
        <a:lstStyle/>
        <a:p>
          <a:endParaRPr lang="en-CA"/>
        </a:p>
      </dgm:t>
    </dgm:pt>
    <dgm:pt modelId="{50547E56-E9F7-4491-BBEB-5897736E6E01}">
      <dgm:prSet phldrT="[Text]" phldr="0"/>
      <dgm:spPr/>
      <dgm:t>
        <a:bodyPr/>
        <a:lstStyle/>
        <a:p>
          <a:r>
            <a:rPr lang="fr-CA" err="1"/>
            <a:t>Iterative</a:t>
          </a:r>
          <a:endParaRPr lang="en-CA"/>
        </a:p>
      </dgm:t>
    </dgm:pt>
    <dgm:pt modelId="{8E8823DE-A34C-4846-AD37-E4A821E25F7D}" type="parTrans" cxnId="{31E962E9-8108-4E9C-BEEF-4428E5170703}">
      <dgm:prSet/>
      <dgm:spPr/>
      <dgm:t>
        <a:bodyPr/>
        <a:lstStyle/>
        <a:p>
          <a:endParaRPr lang="en-CA"/>
        </a:p>
      </dgm:t>
    </dgm:pt>
    <dgm:pt modelId="{9344059B-3DFF-4E33-80E7-DB2621E1A9E5}" type="sibTrans" cxnId="{31E962E9-8108-4E9C-BEEF-4428E5170703}">
      <dgm:prSet/>
      <dgm:spPr/>
      <dgm:t>
        <a:bodyPr/>
        <a:lstStyle/>
        <a:p>
          <a:endParaRPr lang="en-CA"/>
        </a:p>
      </dgm:t>
    </dgm:pt>
    <dgm:pt modelId="{ABA1092B-A150-44D7-B870-0AD595C2C0B6}">
      <dgm:prSet phldrT="[Text]" phldr="0"/>
      <dgm:spPr/>
      <dgm:t>
        <a:bodyPr/>
        <a:lstStyle/>
        <a:p>
          <a:r>
            <a:rPr lang="fr-CA" dirty="0"/>
            <a:t>Good</a:t>
          </a:r>
          <a:endParaRPr lang="en-CA" dirty="0"/>
        </a:p>
      </dgm:t>
    </dgm:pt>
    <dgm:pt modelId="{D2E3E50B-1190-4145-88F9-23E3835C9E41}" type="parTrans" cxnId="{D7DFE174-0E6D-4281-BB88-85B8E75FBA94}">
      <dgm:prSet/>
      <dgm:spPr/>
      <dgm:t>
        <a:bodyPr/>
        <a:lstStyle/>
        <a:p>
          <a:endParaRPr lang="en-CA"/>
        </a:p>
      </dgm:t>
    </dgm:pt>
    <dgm:pt modelId="{8D9F0925-4462-44EF-8D8D-F5B7891CF90C}" type="sibTrans" cxnId="{D7DFE174-0E6D-4281-BB88-85B8E75FBA94}">
      <dgm:prSet/>
      <dgm:spPr/>
      <dgm:t>
        <a:bodyPr/>
        <a:lstStyle/>
        <a:p>
          <a:endParaRPr lang="en-CA"/>
        </a:p>
      </dgm:t>
    </dgm:pt>
    <dgm:pt modelId="{6A3FB62A-E704-40EA-953C-7A106C9E4299}">
      <dgm:prSet phldrT="[Text]" phldr="0"/>
      <dgm:spPr/>
      <dgm:t>
        <a:bodyPr/>
        <a:lstStyle/>
        <a:p>
          <a:r>
            <a:rPr lang="fr-CA"/>
            <a:t>Chosen </a:t>
          </a:r>
          <a:r>
            <a:rPr lang="fr-CA" err="1"/>
            <a:t>themes</a:t>
          </a:r>
          <a:r>
            <a:rPr lang="fr-CA"/>
            <a:t> + </a:t>
          </a:r>
          <a:r>
            <a:rPr lang="fr-CA" err="1"/>
            <a:t>words</a:t>
          </a:r>
          <a:endParaRPr lang="en-CA"/>
        </a:p>
      </dgm:t>
    </dgm:pt>
    <dgm:pt modelId="{CF005F5F-94F5-4D25-B41F-93FCB7972B95}" type="parTrans" cxnId="{6BF2466A-05E8-4A58-9CDA-79BAA577BE75}">
      <dgm:prSet/>
      <dgm:spPr/>
      <dgm:t>
        <a:bodyPr/>
        <a:lstStyle/>
        <a:p>
          <a:endParaRPr lang="en-CA"/>
        </a:p>
      </dgm:t>
    </dgm:pt>
    <dgm:pt modelId="{E57E3B6A-E18B-41F5-8D80-0EA2D106C16F}" type="sibTrans" cxnId="{6BF2466A-05E8-4A58-9CDA-79BAA577BE75}">
      <dgm:prSet/>
      <dgm:spPr/>
      <dgm:t>
        <a:bodyPr/>
        <a:lstStyle/>
        <a:p>
          <a:endParaRPr lang="en-CA"/>
        </a:p>
      </dgm:t>
    </dgm:pt>
    <dgm:pt modelId="{B4B7E3D3-4B3B-4289-925F-E0A034661EAC}">
      <dgm:prSet phldrT="[Text]" phldr="0"/>
      <dgm:spPr/>
      <dgm:t>
        <a:bodyPr/>
        <a:lstStyle/>
        <a:p>
          <a:r>
            <a:rPr lang="fr-CA" err="1"/>
            <a:t>Generalizable</a:t>
          </a:r>
          <a:endParaRPr lang="en-CA"/>
        </a:p>
      </dgm:t>
    </dgm:pt>
    <dgm:pt modelId="{1031AD82-D096-43F1-9FBB-F5FE22BCCFC4}" type="parTrans" cxnId="{2F45EEBD-753B-413D-8C1C-F0CFEC1A5FF4}">
      <dgm:prSet/>
      <dgm:spPr/>
      <dgm:t>
        <a:bodyPr/>
        <a:lstStyle/>
        <a:p>
          <a:endParaRPr lang="en-CA"/>
        </a:p>
      </dgm:t>
    </dgm:pt>
    <dgm:pt modelId="{5828FB63-4CE1-40CD-8109-41644EFF706A}" type="sibTrans" cxnId="{2F45EEBD-753B-413D-8C1C-F0CFEC1A5FF4}">
      <dgm:prSet/>
      <dgm:spPr/>
      <dgm:t>
        <a:bodyPr/>
        <a:lstStyle/>
        <a:p>
          <a:endParaRPr lang="en-CA"/>
        </a:p>
      </dgm:t>
    </dgm:pt>
    <dgm:pt modelId="{FF4617DC-D807-4DE2-A001-BFEC30D5D074}">
      <dgm:prSet phldrT="[Text]" phldr="0"/>
      <dgm:spPr>
        <a:solidFill>
          <a:schemeClr val="accent3">
            <a:lumMod val="60000"/>
            <a:lumOff val="40000"/>
          </a:schemeClr>
        </a:solidFill>
      </dgm:spPr>
      <dgm:t>
        <a:bodyPr/>
        <a:lstStyle/>
        <a:p>
          <a:r>
            <a:rPr lang="fr-CA" err="1"/>
            <a:t>Insightful</a:t>
          </a:r>
          <a:r>
            <a:rPr lang="fr-CA"/>
            <a:t> </a:t>
          </a:r>
          <a:r>
            <a:rPr lang="fr-CA" err="1"/>
            <a:t>results</a:t>
          </a:r>
          <a:endParaRPr lang="en-CA"/>
        </a:p>
      </dgm:t>
    </dgm:pt>
    <dgm:pt modelId="{672E5C24-39EE-4970-9D88-8026BEDEC2D4}" type="parTrans" cxnId="{EF12B8D0-A5AB-41FC-A480-7A1A681B066A}">
      <dgm:prSet/>
      <dgm:spPr/>
      <dgm:t>
        <a:bodyPr/>
        <a:lstStyle/>
        <a:p>
          <a:endParaRPr lang="en-CA"/>
        </a:p>
      </dgm:t>
    </dgm:pt>
    <dgm:pt modelId="{11BE0BD6-9B49-460D-88AE-37779D397A96}" type="sibTrans" cxnId="{EF12B8D0-A5AB-41FC-A480-7A1A681B066A}">
      <dgm:prSet/>
      <dgm:spPr/>
      <dgm:t>
        <a:bodyPr/>
        <a:lstStyle/>
        <a:p>
          <a:endParaRPr lang="en-CA"/>
        </a:p>
      </dgm:t>
    </dgm:pt>
    <dgm:pt modelId="{5A29A457-FEC8-4014-9A9F-B860563E510D}" type="pres">
      <dgm:prSet presAssocID="{0C948FF9-E559-4CA8-8762-B729269EF097}" presName="outerComposite" presStyleCnt="0">
        <dgm:presLayoutVars>
          <dgm:chMax val="2"/>
          <dgm:animLvl val="lvl"/>
          <dgm:resizeHandles val="exact"/>
        </dgm:presLayoutVars>
      </dgm:prSet>
      <dgm:spPr/>
    </dgm:pt>
    <dgm:pt modelId="{BCF1A1D0-F238-4AF4-B109-3DC6EA8D8E19}" type="pres">
      <dgm:prSet presAssocID="{0C948FF9-E559-4CA8-8762-B729269EF097}" presName="dummyMaxCanvas" presStyleCnt="0"/>
      <dgm:spPr/>
    </dgm:pt>
    <dgm:pt modelId="{25471531-1E95-4BDD-AB9E-93AA65AB383C}" type="pres">
      <dgm:prSet presAssocID="{0C948FF9-E559-4CA8-8762-B729269EF097}" presName="parentComposite" presStyleCnt="0"/>
      <dgm:spPr/>
    </dgm:pt>
    <dgm:pt modelId="{1D215E82-7488-4598-9D05-8C069715AA62}" type="pres">
      <dgm:prSet presAssocID="{0C948FF9-E559-4CA8-8762-B729269EF097}" presName="parent1" presStyleLbl="alignAccFollowNode1" presStyleIdx="0" presStyleCnt="4">
        <dgm:presLayoutVars>
          <dgm:chMax val="4"/>
        </dgm:presLayoutVars>
      </dgm:prSet>
      <dgm:spPr/>
    </dgm:pt>
    <dgm:pt modelId="{2A00AE2B-FAE6-4AE2-865E-E04647CEFE88}" type="pres">
      <dgm:prSet presAssocID="{0C948FF9-E559-4CA8-8762-B729269EF097}" presName="parent2" presStyleLbl="alignAccFollowNode1" presStyleIdx="1" presStyleCnt="4">
        <dgm:presLayoutVars>
          <dgm:chMax val="4"/>
        </dgm:presLayoutVars>
      </dgm:prSet>
      <dgm:spPr/>
    </dgm:pt>
    <dgm:pt modelId="{A1B285DB-D3AB-4B11-925B-5B0A5D9FF05F}" type="pres">
      <dgm:prSet presAssocID="{0C948FF9-E559-4CA8-8762-B729269EF097}" presName="childrenComposite" presStyleCnt="0"/>
      <dgm:spPr/>
    </dgm:pt>
    <dgm:pt modelId="{AC0221D7-2878-4872-AA02-862BB6845B72}" type="pres">
      <dgm:prSet presAssocID="{0C948FF9-E559-4CA8-8762-B729269EF097}" presName="dummyMaxCanvas_ChildArea" presStyleCnt="0"/>
      <dgm:spPr/>
    </dgm:pt>
    <dgm:pt modelId="{4540F14C-529A-4FED-8958-A79C6E3D2113}" type="pres">
      <dgm:prSet presAssocID="{0C948FF9-E559-4CA8-8762-B729269EF097}" presName="fulcrum" presStyleLbl="alignAccFollowNode1" presStyleIdx="2" presStyleCnt="4"/>
      <dgm:spPr/>
    </dgm:pt>
    <dgm:pt modelId="{04553E5C-0596-400F-AE8D-C803801D13F0}" type="pres">
      <dgm:prSet presAssocID="{0C948FF9-E559-4CA8-8762-B729269EF097}" presName="balance_23" presStyleLbl="alignAccFollowNode1" presStyleIdx="3" presStyleCnt="4">
        <dgm:presLayoutVars>
          <dgm:bulletEnabled val="1"/>
        </dgm:presLayoutVars>
      </dgm:prSet>
      <dgm:spPr/>
    </dgm:pt>
    <dgm:pt modelId="{0EDD2B3D-834D-46E5-B5B4-DB1CA3F8072D}" type="pres">
      <dgm:prSet presAssocID="{0C948FF9-E559-4CA8-8762-B729269EF097}" presName="right_23_1" presStyleLbl="node1" presStyleIdx="0" presStyleCnt="5">
        <dgm:presLayoutVars>
          <dgm:bulletEnabled val="1"/>
        </dgm:presLayoutVars>
      </dgm:prSet>
      <dgm:spPr/>
    </dgm:pt>
    <dgm:pt modelId="{893A94B2-7428-4351-A2E5-26E4C2D6F122}" type="pres">
      <dgm:prSet presAssocID="{0C948FF9-E559-4CA8-8762-B729269EF097}" presName="right_23_2" presStyleLbl="node1" presStyleIdx="1" presStyleCnt="5">
        <dgm:presLayoutVars>
          <dgm:bulletEnabled val="1"/>
        </dgm:presLayoutVars>
      </dgm:prSet>
      <dgm:spPr/>
    </dgm:pt>
    <dgm:pt modelId="{90DC400A-37A2-44D5-B14D-5AD50981C76F}" type="pres">
      <dgm:prSet presAssocID="{0C948FF9-E559-4CA8-8762-B729269EF097}" presName="right_23_3" presStyleLbl="node1" presStyleIdx="2" presStyleCnt="5">
        <dgm:presLayoutVars>
          <dgm:bulletEnabled val="1"/>
        </dgm:presLayoutVars>
      </dgm:prSet>
      <dgm:spPr/>
    </dgm:pt>
    <dgm:pt modelId="{DE9DBAA3-F7DE-4DAC-965D-EC115F894D2F}" type="pres">
      <dgm:prSet presAssocID="{0C948FF9-E559-4CA8-8762-B729269EF097}" presName="left_23_1" presStyleLbl="node1" presStyleIdx="3" presStyleCnt="5">
        <dgm:presLayoutVars>
          <dgm:bulletEnabled val="1"/>
        </dgm:presLayoutVars>
      </dgm:prSet>
      <dgm:spPr/>
    </dgm:pt>
    <dgm:pt modelId="{13A25D56-1328-48EB-8D25-12C248C4EB8F}" type="pres">
      <dgm:prSet presAssocID="{0C948FF9-E559-4CA8-8762-B729269EF097}" presName="left_23_2" presStyleLbl="node1" presStyleIdx="4" presStyleCnt="5">
        <dgm:presLayoutVars>
          <dgm:bulletEnabled val="1"/>
        </dgm:presLayoutVars>
      </dgm:prSet>
      <dgm:spPr/>
    </dgm:pt>
  </dgm:ptLst>
  <dgm:cxnLst>
    <dgm:cxn modelId="{01BDA61E-F706-46AF-8601-2E11713EB8E8}" type="presOf" srcId="{0C948FF9-E559-4CA8-8762-B729269EF097}" destId="{5A29A457-FEC8-4014-9A9F-B860563E510D}" srcOrd="0" destOrd="0" presId="urn:microsoft.com/office/officeart/2005/8/layout/balance1"/>
    <dgm:cxn modelId="{F4BE7F36-B44F-4008-BFAE-A771313BC4DF}" type="presOf" srcId="{6A3FB62A-E704-40EA-953C-7A106C9E4299}" destId="{0EDD2B3D-834D-46E5-B5B4-DB1CA3F8072D}" srcOrd="0" destOrd="0" presId="urn:microsoft.com/office/officeart/2005/8/layout/balance1"/>
    <dgm:cxn modelId="{7DF79143-46E6-4AD5-A23B-C8C2F3A4956D}" srcId="{0C948FF9-E559-4CA8-8762-B729269EF097}" destId="{CA6D5860-C880-4357-BB34-77EA50636F1C}" srcOrd="0" destOrd="0" parTransId="{B960ABF5-24DC-4422-A8A5-8CED5F6270C2}" sibTransId="{7868DB7A-4C23-47F9-BA0B-37DB024B9A05}"/>
    <dgm:cxn modelId="{6BF2466A-05E8-4A58-9CDA-79BAA577BE75}" srcId="{ABA1092B-A150-44D7-B870-0AD595C2C0B6}" destId="{6A3FB62A-E704-40EA-953C-7A106C9E4299}" srcOrd="0" destOrd="0" parTransId="{CF005F5F-94F5-4D25-B41F-93FCB7972B95}" sibTransId="{E57E3B6A-E18B-41F5-8D80-0EA2D106C16F}"/>
    <dgm:cxn modelId="{328B426F-A9E1-48F8-9FB8-2AAAA6647119}" srcId="{CA6D5860-C880-4357-BB34-77EA50636F1C}" destId="{BF64C93B-179D-4225-A3C1-DC4FFE43CA60}" srcOrd="0" destOrd="0" parTransId="{FF4F11E6-0F7C-485B-8A95-4F462F712757}" sibTransId="{29F5AAB5-4F2D-440A-B812-BE4BB2409AC7}"/>
    <dgm:cxn modelId="{D7DFE174-0E6D-4281-BB88-85B8E75FBA94}" srcId="{0C948FF9-E559-4CA8-8762-B729269EF097}" destId="{ABA1092B-A150-44D7-B870-0AD595C2C0B6}" srcOrd="1" destOrd="0" parTransId="{D2E3E50B-1190-4145-88F9-23E3835C9E41}" sibTransId="{8D9F0925-4462-44EF-8D8D-F5B7891CF90C}"/>
    <dgm:cxn modelId="{9F69A858-6455-49D5-A414-9D78EAF718DE}" type="presOf" srcId="{FF4617DC-D807-4DE2-A001-BFEC30D5D074}" destId="{90DC400A-37A2-44D5-B14D-5AD50981C76F}" srcOrd="0" destOrd="0" presId="urn:microsoft.com/office/officeart/2005/8/layout/balance1"/>
    <dgm:cxn modelId="{9DA71059-A63F-40A6-A4B4-96326D76D741}" type="presOf" srcId="{CA6D5860-C880-4357-BB34-77EA50636F1C}" destId="{1D215E82-7488-4598-9D05-8C069715AA62}" srcOrd="0" destOrd="0" presId="urn:microsoft.com/office/officeart/2005/8/layout/balance1"/>
    <dgm:cxn modelId="{651B3779-42A8-4C53-9021-FD5C8D2ABB12}" type="presOf" srcId="{50547E56-E9F7-4491-BBEB-5897736E6E01}" destId="{13A25D56-1328-48EB-8D25-12C248C4EB8F}" srcOrd="0" destOrd="0" presId="urn:microsoft.com/office/officeart/2005/8/layout/balance1"/>
    <dgm:cxn modelId="{ACE1FDB0-A6A0-4A61-B43F-318272E7FE03}" type="presOf" srcId="{B4B7E3D3-4B3B-4289-925F-E0A034661EAC}" destId="{893A94B2-7428-4351-A2E5-26E4C2D6F122}" srcOrd="0" destOrd="0" presId="urn:microsoft.com/office/officeart/2005/8/layout/balance1"/>
    <dgm:cxn modelId="{AA529DBC-C124-476E-AF09-A59C1D0CCDA0}" type="presOf" srcId="{ABA1092B-A150-44D7-B870-0AD595C2C0B6}" destId="{2A00AE2B-FAE6-4AE2-865E-E04647CEFE88}" srcOrd="0" destOrd="0" presId="urn:microsoft.com/office/officeart/2005/8/layout/balance1"/>
    <dgm:cxn modelId="{2F45EEBD-753B-413D-8C1C-F0CFEC1A5FF4}" srcId="{ABA1092B-A150-44D7-B870-0AD595C2C0B6}" destId="{B4B7E3D3-4B3B-4289-925F-E0A034661EAC}" srcOrd="1" destOrd="0" parTransId="{1031AD82-D096-43F1-9FBB-F5FE22BCCFC4}" sibTransId="{5828FB63-4CE1-40CD-8109-41644EFF706A}"/>
    <dgm:cxn modelId="{EF12B8D0-A5AB-41FC-A480-7A1A681B066A}" srcId="{ABA1092B-A150-44D7-B870-0AD595C2C0B6}" destId="{FF4617DC-D807-4DE2-A001-BFEC30D5D074}" srcOrd="2" destOrd="0" parTransId="{672E5C24-39EE-4970-9D88-8026BEDEC2D4}" sibTransId="{11BE0BD6-9B49-460D-88AE-37779D397A96}"/>
    <dgm:cxn modelId="{31E962E9-8108-4E9C-BEEF-4428E5170703}" srcId="{CA6D5860-C880-4357-BB34-77EA50636F1C}" destId="{50547E56-E9F7-4491-BBEB-5897736E6E01}" srcOrd="1" destOrd="0" parTransId="{8E8823DE-A34C-4846-AD37-E4A821E25F7D}" sibTransId="{9344059B-3DFF-4E33-80E7-DB2621E1A9E5}"/>
    <dgm:cxn modelId="{11AE0EF3-213C-4F57-A002-8E63FFC89CC0}" type="presOf" srcId="{BF64C93B-179D-4225-A3C1-DC4FFE43CA60}" destId="{DE9DBAA3-F7DE-4DAC-965D-EC115F894D2F}" srcOrd="0" destOrd="0" presId="urn:microsoft.com/office/officeart/2005/8/layout/balance1"/>
    <dgm:cxn modelId="{402197E0-807A-419E-B8F2-DB7209E46654}" type="presParOf" srcId="{5A29A457-FEC8-4014-9A9F-B860563E510D}" destId="{BCF1A1D0-F238-4AF4-B109-3DC6EA8D8E19}" srcOrd="0" destOrd="0" presId="urn:microsoft.com/office/officeart/2005/8/layout/balance1"/>
    <dgm:cxn modelId="{653A5571-643C-449F-A1E7-DA532C166BA9}" type="presParOf" srcId="{5A29A457-FEC8-4014-9A9F-B860563E510D}" destId="{25471531-1E95-4BDD-AB9E-93AA65AB383C}" srcOrd="1" destOrd="0" presId="urn:microsoft.com/office/officeart/2005/8/layout/balance1"/>
    <dgm:cxn modelId="{1C100AA1-8A7B-417B-9C9E-193115F85CEF}" type="presParOf" srcId="{25471531-1E95-4BDD-AB9E-93AA65AB383C}" destId="{1D215E82-7488-4598-9D05-8C069715AA62}" srcOrd="0" destOrd="0" presId="urn:microsoft.com/office/officeart/2005/8/layout/balance1"/>
    <dgm:cxn modelId="{3B8EEF25-746F-4247-BC64-B396CBEC3EBC}" type="presParOf" srcId="{25471531-1E95-4BDD-AB9E-93AA65AB383C}" destId="{2A00AE2B-FAE6-4AE2-865E-E04647CEFE88}" srcOrd="1" destOrd="0" presId="urn:microsoft.com/office/officeart/2005/8/layout/balance1"/>
    <dgm:cxn modelId="{D8E61486-349C-429C-957D-11BF92442D17}" type="presParOf" srcId="{5A29A457-FEC8-4014-9A9F-B860563E510D}" destId="{A1B285DB-D3AB-4B11-925B-5B0A5D9FF05F}" srcOrd="2" destOrd="0" presId="urn:microsoft.com/office/officeart/2005/8/layout/balance1"/>
    <dgm:cxn modelId="{9D57DFED-8CB4-4FD4-9CA7-CD5E81959037}" type="presParOf" srcId="{A1B285DB-D3AB-4B11-925B-5B0A5D9FF05F}" destId="{AC0221D7-2878-4872-AA02-862BB6845B72}" srcOrd="0" destOrd="0" presId="urn:microsoft.com/office/officeart/2005/8/layout/balance1"/>
    <dgm:cxn modelId="{4489E0F2-3799-49B2-9B52-5264F1C139A5}" type="presParOf" srcId="{A1B285DB-D3AB-4B11-925B-5B0A5D9FF05F}" destId="{4540F14C-529A-4FED-8958-A79C6E3D2113}" srcOrd="1" destOrd="0" presId="urn:microsoft.com/office/officeart/2005/8/layout/balance1"/>
    <dgm:cxn modelId="{F7C319F6-2DCC-4B55-9787-677635C22C81}" type="presParOf" srcId="{A1B285DB-D3AB-4B11-925B-5B0A5D9FF05F}" destId="{04553E5C-0596-400F-AE8D-C803801D13F0}" srcOrd="2" destOrd="0" presId="urn:microsoft.com/office/officeart/2005/8/layout/balance1"/>
    <dgm:cxn modelId="{4006B30C-22EF-4EE6-BA84-2114DA70E844}" type="presParOf" srcId="{A1B285DB-D3AB-4B11-925B-5B0A5D9FF05F}" destId="{0EDD2B3D-834D-46E5-B5B4-DB1CA3F8072D}" srcOrd="3" destOrd="0" presId="urn:microsoft.com/office/officeart/2005/8/layout/balance1"/>
    <dgm:cxn modelId="{8BCB9993-612F-47D2-A82F-98CC6FAC8894}" type="presParOf" srcId="{A1B285DB-D3AB-4B11-925B-5B0A5D9FF05F}" destId="{893A94B2-7428-4351-A2E5-26E4C2D6F122}" srcOrd="4" destOrd="0" presId="urn:microsoft.com/office/officeart/2005/8/layout/balance1"/>
    <dgm:cxn modelId="{AE12BA36-8EB5-44CA-A15C-E345856D8416}" type="presParOf" srcId="{A1B285DB-D3AB-4B11-925B-5B0A5D9FF05F}" destId="{90DC400A-37A2-44D5-B14D-5AD50981C76F}" srcOrd="5" destOrd="0" presId="urn:microsoft.com/office/officeart/2005/8/layout/balance1"/>
    <dgm:cxn modelId="{B217E7AC-BC05-44DD-9946-6AA3D6DC6D7D}" type="presParOf" srcId="{A1B285DB-D3AB-4B11-925B-5B0A5D9FF05F}" destId="{DE9DBAA3-F7DE-4DAC-965D-EC115F894D2F}" srcOrd="6" destOrd="0" presId="urn:microsoft.com/office/officeart/2005/8/layout/balance1"/>
    <dgm:cxn modelId="{F3A8F576-0216-441B-ADA1-BB8804D05D1F}" type="presParOf" srcId="{A1B285DB-D3AB-4B11-925B-5B0A5D9FF05F}" destId="{13A25D56-1328-48EB-8D25-12C248C4EB8F}" srcOrd="7"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C948FF9-E559-4CA8-8762-B729269EF097}"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en-CA"/>
        </a:p>
      </dgm:t>
    </dgm:pt>
    <dgm:pt modelId="{CA6D5860-C880-4357-BB34-77EA50636F1C}">
      <dgm:prSet phldrT="[Text]" phldr="0"/>
      <dgm:spPr/>
      <dgm:t>
        <a:bodyPr/>
        <a:lstStyle/>
        <a:p>
          <a:r>
            <a:rPr lang="fr-CA"/>
            <a:t>Good</a:t>
          </a:r>
          <a:endParaRPr lang="en-CA"/>
        </a:p>
      </dgm:t>
    </dgm:pt>
    <dgm:pt modelId="{B960ABF5-24DC-4422-A8A5-8CED5F6270C2}" type="parTrans" cxnId="{7DF79143-46E6-4AD5-A23B-C8C2F3A4956D}">
      <dgm:prSet/>
      <dgm:spPr/>
      <dgm:t>
        <a:bodyPr/>
        <a:lstStyle/>
        <a:p>
          <a:endParaRPr lang="en-CA"/>
        </a:p>
      </dgm:t>
    </dgm:pt>
    <dgm:pt modelId="{7868DB7A-4C23-47F9-BA0B-37DB024B9A05}" type="sibTrans" cxnId="{7DF79143-46E6-4AD5-A23B-C8C2F3A4956D}">
      <dgm:prSet/>
      <dgm:spPr/>
      <dgm:t>
        <a:bodyPr/>
        <a:lstStyle/>
        <a:p>
          <a:endParaRPr lang="en-CA"/>
        </a:p>
      </dgm:t>
    </dgm:pt>
    <dgm:pt modelId="{BF64C93B-179D-4225-A3C1-DC4FFE43CA60}">
      <dgm:prSet phldrT="[Text]" phldr="0"/>
      <dgm:spPr/>
      <dgm:t>
        <a:bodyPr/>
        <a:lstStyle/>
        <a:p>
          <a:r>
            <a:rPr lang="fr-CA" err="1"/>
            <a:t>Simplicity</a:t>
          </a:r>
          <a:endParaRPr lang="en-CA"/>
        </a:p>
      </dgm:t>
    </dgm:pt>
    <dgm:pt modelId="{FF4F11E6-0F7C-485B-8A95-4F462F712757}" type="parTrans" cxnId="{328B426F-A9E1-48F8-9FB8-2AAAA6647119}">
      <dgm:prSet/>
      <dgm:spPr/>
      <dgm:t>
        <a:bodyPr/>
        <a:lstStyle/>
        <a:p>
          <a:endParaRPr lang="en-CA"/>
        </a:p>
      </dgm:t>
    </dgm:pt>
    <dgm:pt modelId="{29F5AAB5-4F2D-440A-B812-BE4BB2409AC7}" type="sibTrans" cxnId="{328B426F-A9E1-48F8-9FB8-2AAAA6647119}">
      <dgm:prSet/>
      <dgm:spPr/>
      <dgm:t>
        <a:bodyPr/>
        <a:lstStyle/>
        <a:p>
          <a:endParaRPr lang="en-CA"/>
        </a:p>
      </dgm:t>
    </dgm:pt>
    <dgm:pt modelId="{50547E56-E9F7-4491-BBEB-5897736E6E01}">
      <dgm:prSet phldrT="[Text]" phldr="0"/>
      <dgm:spPr/>
      <dgm:t>
        <a:bodyPr/>
        <a:lstStyle/>
        <a:p>
          <a:r>
            <a:rPr lang="fr-CA"/>
            <a:t>Quick </a:t>
          </a:r>
          <a:r>
            <a:rPr lang="fr-CA" err="1"/>
            <a:t>results</a:t>
          </a:r>
          <a:endParaRPr lang="en-CA"/>
        </a:p>
      </dgm:t>
    </dgm:pt>
    <dgm:pt modelId="{8E8823DE-A34C-4846-AD37-E4A821E25F7D}" type="parTrans" cxnId="{31E962E9-8108-4E9C-BEEF-4428E5170703}">
      <dgm:prSet/>
      <dgm:spPr/>
      <dgm:t>
        <a:bodyPr/>
        <a:lstStyle/>
        <a:p>
          <a:endParaRPr lang="en-CA"/>
        </a:p>
      </dgm:t>
    </dgm:pt>
    <dgm:pt modelId="{9344059B-3DFF-4E33-80E7-DB2621E1A9E5}" type="sibTrans" cxnId="{31E962E9-8108-4E9C-BEEF-4428E5170703}">
      <dgm:prSet/>
      <dgm:spPr/>
      <dgm:t>
        <a:bodyPr/>
        <a:lstStyle/>
        <a:p>
          <a:endParaRPr lang="en-CA"/>
        </a:p>
      </dgm:t>
    </dgm:pt>
    <dgm:pt modelId="{ABA1092B-A150-44D7-B870-0AD595C2C0B6}">
      <dgm:prSet phldrT="[Text]" phldr="0"/>
      <dgm:spPr/>
      <dgm:t>
        <a:bodyPr/>
        <a:lstStyle/>
        <a:p>
          <a:r>
            <a:rPr lang="fr-CA"/>
            <a:t>Bad</a:t>
          </a:r>
          <a:endParaRPr lang="en-CA"/>
        </a:p>
      </dgm:t>
    </dgm:pt>
    <dgm:pt modelId="{D2E3E50B-1190-4145-88F9-23E3835C9E41}" type="parTrans" cxnId="{D7DFE174-0E6D-4281-BB88-85B8E75FBA94}">
      <dgm:prSet/>
      <dgm:spPr/>
      <dgm:t>
        <a:bodyPr/>
        <a:lstStyle/>
        <a:p>
          <a:endParaRPr lang="en-CA"/>
        </a:p>
      </dgm:t>
    </dgm:pt>
    <dgm:pt modelId="{8D9F0925-4462-44EF-8D8D-F5B7891CF90C}" type="sibTrans" cxnId="{D7DFE174-0E6D-4281-BB88-85B8E75FBA94}">
      <dgm:prSet/>
      <dgm:spPr/>
      <dgm:t>
        <a:bodyPr/>
        <a:lstStyle/>
        <a:p>
          <a:endParaRPr lang="en-CA"/>
        </a:p>
      </dgm:t>
    </dgm:pt>
    <dgm:pt modelId="{6A3FB62A-E704-40EA-953C-7A106C9E4299}">
      <dgm:prSet phldrT="[Text]" phldr="0"/>
      <dgm:spPr/>
      <dgm:t>
        <a:bodyPr/>
        <a:lstStyle/>
        <a:p>
          <a:r>
            <a:rPr lang="fr-CA"/>
            <a:t>Only </a:t>
          </a:r>
          <a:r>
            <a:rPr lang="fr-CA" err="1"/>
            <a:t>themes</a:t>
          </a:r>
          <a:endParaRPr lang="en-CA"/>
        </a:p>
      </dgm:t>
    </dgm:pt>
    <dgm:pt modelId="{CF005F5F-94F5-4D25-B41F-93FCB7972B95}" type="parTrans" cxnId="{6BF2466A-05E8-4A58-9CDA-79BAA577BE75}">
      <dgm:prSet/>
      <dgm:spPr/>
      <dgm:t>
        <a:bodyPr/>
        <a:lstStyle/>
        <a:p>
          <a:endParaRPr lang="en-CA"/>
        </a:p>
      </dgm:t>
    </dgm:pt>
    <dgm:pt modelId="{E57E3B6A-E18B-41F5-8D80-0EA2D106C16F}" type="sibTrans" cxnId="{6BF2466A-05E8-4A58-9CDA-79BAA577BE75}">
      <dgm:prSet/>
      <dgm:spPr/>
      <dgm:t>
        <a:bodyPr/>
        <a:lstStyle/>
        <a:p>
          <a:endParaRPr lang="en-CA"/>
        </a:p>
      </dgm:t>
    </dgm:pt>
    <dgm:pt modelId="{B4B7E3D3-4B3B-4289-925F-E0A034661EAC}">
      <dgm:prSet phldrT="[Text]" phldr="0"/>
      <dgm:spPr/>
      <dgm:t>
        <a:bodyPr/>
        <a:lstStyle/>
        <a:p>
          <a:r>
            <a:rPr lang="fr-CA"/>
            <a:t>No keywords</a:t>
          </a:r>
          <a:endParaRPr lang="en-CA"/>
        </a:p>
      </dgm:t>
    </dgm:pt>
    <dgm:pt modelId="{1031AD82-D096-43F1-9FBB-F5FE22BCCFC4}" type="parTrans" cxnId="{2F45EEBD-753B-413D-8C1C-F0CFEC1A5FF4}">
      <dgm:prSet/>
      <dgm:spPr/>
      <dgm:t>
        <a:bodyPr/>
        <a:lstStyle/>
        <a:p>
          <a:endParaRPr lang="en-CA"/>
        </a:p>
      </dgm:t>
    </dgm:pt>
    <dgm:pt modelId="{5828FB63-4CE1-40CD-8109-41644EFF706A}" type="sibTrans" cxnId="{2F45EEBD-753B-413D-8C1C-F0CFEC1A5FF4}">
      <dgm:prSet/>
      <dgm:spPr/>
      <dgm:t>
        <a:bodyPr/>
        <a:lstStyle/>
        <a:p>
          <a:endParaRPr lang="en-CA"/>
        </a:p>
      </dgm:t>
    </dgm:pt>
    <dgm:pt modelId="{E653EFF7-6519-43C2-9478-22E708B966B0}">
      <dgm:prSet phldrT="[Text]" phldr="0"/>
      <dgm:spPr/>
      <dgm:t>
        <a:bodyPr/>
        <a:lstStyle/>
        <a:p>
          <a:r>
            <a:rPr lang="fr-CA"/>
            <a:t>BERT </a:t>
          </a:r>
          <a:r>
            <a:rPr lang="fr-CA" err="1"/>
            <a:t>choices</a:t>
          </a:r>
          <a:endParaRPr lang="en-CA"/>
        </a:p>
      </dgm:t>
    </dgm:pt>
    <dgm:pt modelId="{849C1C7C-7D0B-4DEA-AAA0-A4C409CFAA90}" type="parTrans" cxnId="{0D335905-3E82-4A7F-B23A-899A746146A4}">
      <dgm:prSet/>
      <dgm:spPr/>
      <dgm:t>
        <a:bodyPr/>
        <a:lstStyle/>
        <a:p>
          <a:endParaRPr lang="en-CA"/>
        </a:p>
      </dgm:t>
    </dgm:pt>
    <dgm:pt modelId="{B4581E9D-75C3-4595-9A4C-5F99F7FD05C4}" type="sibTrans" cxnId="{0D335905-3E82-4A7F-B23A-899A746146A4}">
      <dgm:prSet/>
      <dgm:spPr/>
      <dgm:t>
        <a:bodyPr/>
        <a:lstStyle/>
        <a:p>
          <a:endParaRPr lang="en-CA"/>
        </a:p>
      </dgm:t>
    </dgm:pt>
    <dgm:pt modelId="{5A29A457-FEC8-4014-9A9F-B860563E510D}" type="pres">
      <dgm:prSet presAssocID="{0C948FF9-E559-4CA8-8762-B729269EF097}" presName="outerComposite" presStyleCnt="0">
        <dgm:presLayoutVars>
          <dgm:chMax val="2"/>
          <dgm:animLvl val="lvl"/>
          <dgm:resizeHandles val="exact"/>
        </dgm:presLayoutVars>
      </dgm:prSet>
      <dgm:spPr/>
    </dgm:pt>
    <dgm:pt modelId="{BCF1A1D0-F238-4AF4-B109-3DC6EA8D8E19}" type="pres">
      <dgm:prSet presAssocID="{0C948FF9-E559-4CA8-8762-B729269EF097}" presName="dummyMaxCanvas" presStyleCnt="0"/>
      <dgm:spPr/>
    </dgm:pt>
    <dgm:pt modelId="{25471531-1E95-4BDD-AB9E-93AA65AB383C}" type="pres">
      <dgm:prSet presAssocID="{0C948FF9-E559-4CA8-8762-B729269EF097}" presName="parentComposite" presStyleCnt="0"/>
      <dgm:spPr/>
    </dgm:pt>
    <dgm:pt modelId="{1D215E82-7488-4598-9D05-8C069715AA62}" type="pres">
      <dgm:prSet presAssocID="{0C948FF9-E559-4CA8-8762-B729269EF097}" presName="parent1" presStyleLbl="alignAccFollowNode1" presStyleIdx="0" presStyleCnt="4">
        <dgm:presLayoutVars>
          <dgm:chMax val="4"/>
        </dgm:presLayoutVars>
      </dgm:prSet>
      <dgm:spPr/>
    </dgm:pt>
    <dgm:pt modelId="{2A00AE2B-FAE6-4AE2-865E-E04647CEFE88}" type="pres">
      <dgm:prSet presAssocID="{0C948FF9-E559-4CA8-8762-B729269EF097}" presName="parent2" presStyleLbl="alignAccFollowNode1" presStyleIdx="1" presStyleCnt="4">
        <dgm:presLayoutVars>
          <dgm:chMax val="4"/>
        </dgm:presLayoutVars>
      </dgm:prSet>
      <dgm:spPr/>
    </dgm:pt>
    <dgm:pt modelId="{A1B285DB-D3AB-4B11-925B-5B0A5D9FF05F}" type="pres">
      <dgm:prSet presAssocID="{0C948FF9-E559-4CA8-8762-B729269EF097}" presName="childrenComposite" presStyleCnt="0"/>
      <dgm:spPr/>
    </dgm:pt>
    <dgm:pt modelId="{AC0221D7-2878-4872-AA02-862BB6845B72}" type="pres">
      <dgm:prSet presAssocID="{0C948FF9-E559-4CA8-8762-B729269EF097}" presName="dummyMaxCanvas_ChildArea" presStyleCnt="0"/>
      <dgm:spPr/>
    </dgm:pt>
    <dgm:pt modelId="{4540F14C-529A-4FED-8958-A79C6E3D2113}" type="pres">
      <dgm:prSet presAssocID="{0C948FF9-E559-4CA8-8762-B729269EF097}" presName="fulcrum" presStyleLbl="alignAccFollowNode1" presStyleIdx="2" presStyleCnt="4"/>
      <dgm:spPr/>
    </dgm:pt>
    <dgm:pt modelId="{F15DA08E-695A-4251-99C1-03FA83D3EA1B}" type="pres">
      <dgm:prSet presAssocID="{0C948FF9-E559-4CA8-8762-B729269EF097}" presName="balance_23" presStyleLbl="alignAccFollowNode1" presStyleIdx="3" presStyleCnt="4">
        <dgm:presLayoutVars>
          <dgm:bulletEnabled val="1"/>
        </dgm:presLayoutVars>
      </dgm:prSet>
      <dgm:spPr/>
    </dgm:pt>
    <dgm:pt modelId="{40B68337-566D-4B18-ADE2-C02B0B8FAF2E}" type="pres">
      <dgm:prSet presAssocID="{0C948FF9-E559-4CA8-8762-B729269EF097}" presName="right_23_1" presStyleLbl="node1" presStyleIdx="0" presStyleCnt="5">
        <dgm:presLayoutVars>
          <dgm:bulletEnabled val="1"/>
        </dgm:presLayoutVars>
      </dgm:prSet>
      <dgm:spPr/>
    </dgm:pt>
    <dgm:pt modelId="{3BCAD809-18BC-4620-84A5-31704821794E}" type="pres">
      <dgm:prSet presAssocID="{0C948FF9-E559-4CA8-8762-B729269EF097}" presName="right_23_2" presStyleLbl="node1" presStyleIdx="1" presStyleCnt="5">
        <dgm:presLayoutVars>
          <dgm:bulletEnabled val="1"/>
        </dgm:presLayoutVars>
      </dgm:prSet>
      <dgm:spPr/>
    </dgm:pt>
    <dgm:pt modelId="{0C25D044-D79A-4342-9DDB-7385F59D87AA}" type="pres">
      <dgm:prSet presAssocID="{0C948FF9-E559-4CA8-8762-B729269EF097}" presName="right_23_3" presStyleLbl="node1" presStyleIdx="2" presStyleCnt="5">
        <dgm:presLayoutVars>
          <dgm:bulletEnabled val="1"/>
        </dgm:presLayoutVars>
      </dgm:prSet>
      <dgm:spPr/>
    </dgm:pt>
    <dgm:pt modelId="{B5872482-7CF9-4D3F-A9BD-37119E64A4D9}" type="pres">
      <dgm:prSet presAssocID="{0C948FF9-E559-4CA8-8762-B729269EF097}" presName="left_23_1" presStyleLbl="node1" presStyleIdx="3" presStyleCnt="5">
        <dgm:presLayoutVars>
          <dgm:bulletEnabled val="1"/>
        </dgm:presLayoutVars>
      </dgm:prSet>
      <dgm:spPr/>
    </dgm:pt>
    <dgm:pt modelId="{D0D6C894-9AB6-4F22-9443-5877BE5C8CF1}" type="pres">
      <dgm:prSet presAssocID="{0C948FF9-E559-4CA8-8762-B729269EF097}" presName="left_23_2" presStyleLbl="node1" presStyleIdx="4" presStyleCnt="5">
        <dgm:presLayoutVars>
          <dgm:bulletEnabled val="1"/>
        </dgm:presLayoutVars>
      </dgm:prSet>
      <dgm:spPr/>
    </dgm:pt>
  </dgm:ptLst>
  <dgm:cxnLst>
    <dgm:cxn modelId="{0D335905-3E82-4A7F-B23A-899A746146A4}" srcId="{ABA1092B-A150-44D7-B870-0AD595C2C0B6}" destId="{E653EFF7-6519-43C2-9478-22E708B966B0}" srcOrd="2" destOrd="0" parTransId="{849C1C7C-7D0B-4DEA-AAA0-A4C409CFAA90}" sibTransId="{B4581E9D-75C3-4595-9A4C-5F99F7FD05C4}"/>
    <dgm:cxn modelId="{01BDA61E-F706-46AF-8601-2E11713EB8E8}" type="presOf" srcId="{0C948FF9-E559-4CA8-8762-B729269EF097}" destId="{5A29A457-FEC8-4014-9A9F-B860563E510D}" srcOrd="0" destOrd="0" presId="urn:microsoft.com/office/officeart/2005/8/layout/balance1"/>
    <dgm:cxn modelId="{9D7B522D-2BF3-4221-A96F-A3C1E5AF7EC4}" type="presOf" srcId="{50547E56-E9F7-4491-BBEB-5897736E6E01}" destId="{D0D6C894-9AB6-4F22-9443-5877BE5C8CF1}" srcOrd="0" destOrd="0" presId="urn:microsoft.com/office/officeart/2005/8/layout/balance1"/>
    <dgm:cxn modelId="{DA419234-B60B-4D41-B002-12D0EE6FEB6B}" type="presOf" srcId="{BF64C93B-179D-4225-A3C1-DC4FFE43CA60}" destId="{B5872482-7CF9-4D3F-A9BD-37119E64A4D9}" srcOrd="0" destOrd="0" presId="urn:microsoft.com/office/officeart/2005/8/layout/balance1"/>
    <dgm:cxn modelId="{5345BA42-FF48-463B-9B4C-F8EE31FECE78}" type="presOf" srcId="{B4B7E3D3-4B3B-4289-925F-E0A034661EAC}" destId="{3BCAD809-18BC-4620-84A5-31704821794E}" srcOrd="0" destOrd="0" presId="urn:microsoft.com/office/officeart/2005/8/layout/balance1"/>
    <dgm:cxn modelId="{7DF79143-46E6-4AD5-A23B-C8C2F3A4956D}" srcId="{0C948FF9-E559-4CA8-8762-B729269EF097}" destId="{CA6D5860-C880-4357-BB34-77EA50636F1C}" srcOrd="0" destOrd="0" parTransId="{B960ABF5-24DC-4422-A8A5-8CED5F6270C2}" sibTransId="{7868DB7A-4C23-47F9-BA0B-37DB024B9A05}"/>
    <dgm:cxn modelId="{2A320347-45A3-4209-B36D-A9654CC7F842}" type="presOf" srcId="{6A3FB62A-E704-40EA-953C-7A106C9E4299}" destId="{40B68337-566D-4B18-ADE2-C02B0B8FAF2E}" srcOrd="0" destOrd="0" presId="urn:microsoft.com/office/officeart/2005/8/layout/balance1"/>
    <dgm:cxn modelId="{6BF2466A-05E8-4A58-9CDA-79BAA577BE75}" srcId="{ABA1092B-A150-44D7-B870-0AD595C2C0B6}" destId="{6A3FB62A-E704-40EA-953C-7A106C9E4299}" srcOrd="0" destOrd="0" parTransId="{CF005F5F-94F5-4D25-B41F-93FCB7972B95}" sibTransId="{E57E3B6A-E18B-41F5-8D80-0EA2D106C16F}"/>
    <dgm:cxn modelId="{328B426F-A9E1-48F8-9FB8-2AAAA6647119}" srcId="{CA6D5860-C880-4357-BB34-77EA50636F1C}" destId="{BF64C93B-179D-4225-A3C1-DC4FFE43CA60}" srcOrd="0" destOrd="0" parTransId="{FF4F11E6-0F7C-485B-8A95-4F462F712757}" sibTransId="{29F5AAB5-4F2D-440A-B812-BE4BB2409AC7}"/>
    <dgm:cxn modelId="{E548A174-090E-490A-A3D5-B99E21797320}" type="presOf" srcId="{E653EFF7-6519-43C2-9478-22E708B966B0}" destId="{0C25D044-D79A-4342-9DDB-7385F59D87AA}" srcOrd="0" destOrd="0" presId="urn:microsoft.com/office/officeart/2005/8/layout/balance1"/>
    <dgm:cxn modelId="{D7DFE174-0E6D-4281-BB88-85B8E75FBA94}" srcId="{0C948FF9-E559-4CA8-8762-B729269EF097}" destId="{ABA1092B-A150-44D7-B870-0AD595C2C0B6}" srcOrd="1" destOrd="0" parTransId="{D2E3E50B-1190-4145-88F9-23E3835C9E41}" sibTransId="{8D9F0925-4462-44EF-8D8D-F5B7891CF90C}"/>
    <dgm:cxn modelId="{9DA71059-A63F-40A6-A4B4-96326D76D741}" type="presOf" srcId="{CA6D5860-C880-4357-BB34-77EA50636F1C}" destId="{1D215E82-7488-4598-9D05-8C069715AA62}" srcOrd="0" destOrd="0" presId="urn:microsoft.com/office/officeart/2005/8/layout/balance1"/>
    <dgm:cxn modelId="{AA529DBC-C124-476E-AF09-A59C1D0CCDA0}" type="presOf" srcId="{ABA1092B-A150-44D7-B870-0AD595C2C0B6}" destId="{2A00AE2B-FAE6-4AE2-865E-E04647CEFE88}" srcOrd="0" destOrd="0" presId="urn:microsoft.com/office/officeart/2005/8/layout/balance1"/>
    <dgm:cxn modelId="{2F45EEBD-753B-413D-8C1C-F0CFEC1A5FF4}" srcId="{ABA1092B-A150-44D7-B870-0AD595C2C0B6}" destId="{B4B7E3D3-4B3B-4289-925F-E0A034661EAC}" srcOrd="1" destOrd="0" parTransId="{1031AD82-D096-43F1-9FBB-F5FE22BCCFC4}" sibTransId="{5828FB63-4CE1-40CD-8109-41644EFF706A}"/>
    <dgm:cxn modelId="{31E962E9-8108-4E9C-BEEF-4428E5170703}" srcId="{CA6D5860-C880-4357-BB34-77EA50636F1C}" destId="{50547E56-E9F7-4491-BBEB-5897736E6E01}" srcOrd="1" destOrd="0" parTransId="{8E8823DE-A34C-4846-AD37-E4A821E25F7D}" sibTransId="{9344059B-3DFF-4E33-80E7-DB2621E1A9E5}"/>
    <dgm:cxn modelId="{402197E0-807A-419E-B8F2-DB7209E46654}" type="presParOf" srcId="{5A29A457-FEC8-4014-9A9F-B860563E510D}" destId="{BCF1A1D0-F238-4AF4-B109-3DC6EA8D8E19}" srcOrd="0" destOrd="0" presId="urn:microsoft.com/office/officeart/2005/8/layout/balance1"/>
    <dgm:cxn modelId="{653A5571-643C-449F-A1E7-DA532C166BA9}" type="presParOf" srcId="{5A29A457-FEC8-4014-9A9F-B860563E510D}" destId="{25471531-1E95-4BDD-AB9E-93AA65AB383C}" srcOrd="1" destOrd="0" presId="urn:microsoft.com/office/officeart/2005/8/layout/balance1"/>
    <dgm:cxn modelId="{1C100AA1-8A7B-417B-9C9E-193115F85CEF}" type="presParOf" srcId="{25471531-1E95-4BDD-AB9E-93AA65AB383C}" destId="{1D215E82-7488-4598-9D05-8C069715AA62}" srcOrd="0" destOrd="0" presId="urn:microsoft.com/office/officeart/2005/8/layout/balance1"/>
    <dgm:cxn modelId="{3B8EEF25-746F-4247-BC64-B396CBEC3EBC}" type="presParOf" srcId="{25471531-1E95-4BDD-AB9E-93AA65AB383C}" destId="{2A00AE2B-FAE6-4AE2-865E-E04647CEFE88}" srcOrd="1" destOrd="0" presId="urn:microsoft.com/office/officeart/2005/8/layout/balance1"/>
    <dgm:cxn modelId="{D8E61486-349C-429C-957D-11BF92442D17}" type="presParOf" srcId="{5A29A457-FEC8-4014-9A9F-B860563E510D}" destId="{A1B285DB-D3AB-4B11-925B-5B0A5D9FF05F}" srcOrd="2" destOrd="0" presId="urn:microsoft.com/office/officeart/2005/8/layout/balance1"/>
    <dgm:cxn modelId="{9D57DFED-8CB4-4FD4-9CA7-CD5E81959037}" type="presParOf" srcId="{A1B285DB-D3AB-4B11-925B-5B0A5D9FF05F}" destId="{AC0221D7-2878-4872-AA02-862BB6845B72}" srcOrd="0" destOrd="0" presId="urn:microsoft.com/office/officeart/2005/8/layout/balance1"/>
    <dgm:cxn modelId="{4489E0F2-3799-49B2-9B52-5264F1C139A5}" type="presParOf" srcId="{A1B285DB-D3AB-4B11-925B-5B0A5D9FF05F}" destId="{4540F14C-529A-4FED-8958-A79C6E3D2113}" srcOrd="1" destOrd="0" presId="urn:microsoft.com/office/officeart/2005/8/layout/balance1"/>
    <dgm:cxn modelId="{DF4FF7D1-C3D3-4392-B3D1-E616D8163568}" type="presParOf" srcId="{A1B285DB-D3AB-4B11-925B-5B0A5D9FF05F}" destId="{F15DA08E-695A-4251-99C1-03FA83D3EA1B}" srcOrd="2" destOrd="0" presId="urn:microsoft.com/office/officeart/2005/8/layout/balance1"/>
    <dgm:cxn modelId="{0EF635A6-9356-431E-9AD5-9F0E265ABEEF}" type="presParOf" srcId="{A1B285DB-D3AB-4B11-925B-5B0A5D9FF05F}" destId="{40B68337-566D-4B18-ADE2-C02B0B8FAF2E}" srcOrd="3" destOrd="0" presId="urn:microsoft.com/office/officeart/2005/8/layout/balance1"/>
    <dgm:cxn modelId="{E384D12B-5AB1-4C1F-9FAC-8B65EBD4934E}" type="presParOf" srcId="{A1B285DB-D3AB-4B11-925B-5B0A5D9FF05F}" destId="{3BCAD809-18BC-4620-84A5-31704821794E}" srcOrd="4" destOrd="0" presId="urn:microsoft.com/office/officeart/2005/8/layout/balance1"/>
    <dgm:cxn modelId="{09E9E5A3-01C2-4027-AF32-050BB09DB9D6}" type="presParOf" srcId="{A1B285DB-D3AB-4B11-925B-5B0A5D9FF05F}" destId="{0C25D044-D79A-4342-9DDB-7385F59D87AA}" srcOrd="5" destOrd="0" presId="urn:microsoft.com/office/officeart/2005/8/layout/balance1"/>
    <dgm:cxn modelId="{2379E186-EDC9-423E-8AA1-B21D82FF9741}" type="presParOf" srcId="{A1B285DB-D3AB-4B11-925B-5B0A5D9FF05F}" destId="{B5872482-7CF9-4D3F-A9BD-37119E64A4D9}" srcOrd="6" destOrd="0" presId="urn:microsoft.com/office/officeart/2005/8/layout/balance1"/>
    <dgm:cxn modelId="{3482C18E-98E0-481B-AA97-728AB5237412}" type="presParOf" srcId="{A1B285DB-D3AB-4B11-925B-5B0A5D9FF05F}" destId="{D0D6C894-9AB6-4F22-9443-5877BE5C8CF1}" srcOrd="7" destOrd="0" presId="urn:microsoft.com/office/officeart/2005/8/layout/balance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A802E-83C0-41CD-B302-7A091C70901E}">
      <dsp:nvSpPr>
        <dsp:cNvPr id="0" name=""/>
        <dsp:cNvSpPr/>
      </dsp:nvSpPr>
      <dsp:spPr>
        <a:xfrm>
          <a:off x="0" y="0"/>
          <a:ext cx="6207715" cy="84785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A" sz="3100" kern="1200"/>
            <a:t>2 Datasets</a:t>
          </a:r>
          <a:endParaRPr lang="en-US" sz="3100" kern="1200"/>
        </a:p>
      </dsp:txBody>
      <dsp:txXfrm>
        <a:off x="24833" y="24833"/>
        <a:ext cx="5221164" cy="798193"/>
      </dsp:txXfrm>
    </dsp:sp>
    <dsp:sp modelId="{866D247B-C39B-4600-8A6B-69E7382095E9}">
      <dsp:nvSpPr>
        <dsp:cNvPr id="0" name=""/>
        <dsp:cNvSpPr/>
      </dsp:nvSpPr>
      <dsp:spPr>
        <a:xfrm>
          <a:off x="519896" y="1002015"/>
          <a:ext cx="6207715" cy="84785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A" sz="3100" kern="1200"/>
            <a:t>2 Machine learning tools</a:t>
          </a:r>
          <a:endParaRPr lang="en-US" sz="3100" kern="1200"/>
        </a:p>
      </dsp:txBody>
      <dsp:txXfrm>
        <a:off x="544729" y="1026848"/>
        <a:ext cx="5087044" cy="798193"/>
      </dsp:txXfrm>
    </dsp:sp>
    <dsp:sp modelId="{70E1AECC-BE7A-4998-9313-73E630207C15}">
      <dsp:nvSpPr>
        <dsp:cNvPr id="0" name=""/>
        <dsp:cNvSpPr/>
      </dsp:nvSpPr>
      <dsp:spPr>
        <a:xfrm>
          <a:off x="1032032" y="2004030"/>
          <a:ext cx="6207715" cy="84785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A" sz="3100" kern="1200" dirty="0"/>
            <a:t>2 Uses for </a:t>
          </a:r>
          <a:r>
            <a:rPr lang="fr-CA" sz="3100" kern="1200" dirty="0" err="1"/>
            <a:t>BERTopic</a:t>
          </a:r>
          <a:endParaRPr lang="en-US" sz="3100" kern="1200" dirty="0"/>
        </a:p>
      </dsp:txBody>
      <dsp:txXfrm>
        <a:off x="1056865" y="2028863"/>
        <a:ext cx="5094804" cy="798193"/>
      </dsp:txXfrm>
    </dsp:sp>
    <dsp:sp modelId="{706FCE2B-962B-45D7-B75F-73250E5A9DA7}">
      <dsp:nvSpPr>
        <dsp:cNvPr id="0" name=""/>
        <dsp:cNvSpPr/>
      </dsp:nvSpPr>
      <dsp:spPr>
        <a:xfrm>
          <a:off x="1551928" y="3006045"/>
          <a:ext cx="6207715" cy="84785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CA" sz="3100" kern="1200"/>
            <a:t>2 Uses for CorEx</a:t>
          </a:r>
          <a:endParaRPr lang="en-US" sz="3100" kern="1200"/>
        </a:p>
      </dsp:txBody>
      <dsp:txXfrm>
        <a:off x="1576761" y="3030878"/>
        <a:ext cx="5087044" cy="798193"/>
      </dsp:txXfrm>
    </dsp:sp>
    <dsp:sp modelId="{C2D711FE-BE48-492F-AED0-B082EB93C850}">
      <dsp:nvSpPr>
        <dsp:cNvPr id="0" name=""/>
        <dsp:cNvSpPr/>
      </dsp:nvSpPr>
      <dsp:spPr>
        <a:xfrm>
          <a:off x="5656606" y="649382"/>
          <a:ext cx="551108" cy="551108"/>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5780605" y="649382"/>
        <a:ext cx="303110" cy="414709"/>
      </dsp:txXfrm>
    </dsp:sp>
    <dsp:sp modelId="{E6DD2CED-DA8F-4338-AF39-B01035601313}">
      <dsp:nvSpPr>
        <dsp:cNvPr id="0" name=""/>
        <dsp:cNvSpPr/>
      </dsp:nvSpPr>
      <dsp:spPr>
        <a:xfrm>
          <a:off x="6176502" y="1651398"/>
          <a:ext cx="551108" cy="551108"/>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300501" y="1651398"/>
        <a:ext cx="303110" cy="414709"/>
      </dsp:txXfrm>
    </dsp:sp>
    <dsp:sp modelId="{AAAD1140-62EF-46C3-BC5E-C34977569A76}">
      <dsp:nvSpPr>
        <dsp:cNvPr id="0" name=""/>
        <dsp:cNvSpPr/>
      </dsp:nvSpPr>
      <dsp:spPr>
        <a:xfrm>
          <a:off x="6688639" y="2653413"/>
          <a:ext cx="551108" cy="551108"/>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812638" y="2653413"/>
        <a:ext cx="303110" cy="4147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215E82-7488-4598-9D05-8C069715AA62}">
      <dsp:nvSpPr>
        <dsp:cNvPr id="0" name=""/>
        <dsp:cNvSpPr/>
      </dsp:nvSpPr>
      <dsp:spPr>
        <a:xfrm>
          <a:off x="201825" y="0"/>
          <a:ext cx="1088994" cy="60499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CA" sz="2500" kern="1200"/>
            <a:t>Good</a:t>
          </a:r>
          <a:endParaRPr lang="en-CA" sz="2500" kern="1200"/>
        </a:p>
      </dsp:txBody>
      <dsp:txXfrm>
        <a:off x="219545" y="17720"/>
        <a:ext cx="1053554" cy="569557"/>
      </dsp:txXfrm>
    </dsp:sp>
    <dsp:sp modelId="{2A00AE2B-FAE6-4AE2-865E-E04647CEFE88}">
      <dsp:nvSpPr>
        <dsp:cNvPr id="0" name=""/>
        <dsp:cNvSpPr/>
      </dsp:nvSpPr>
      <dsp:spPr>
        <a:xfrm>
          <a:off x="1774817" y="0"/>
          <a:ext cx="1088994" cy="604997"/>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CA" sz="2500" kern="1200"/>
            <a:t>Bad</a:t>
          </a:r>
          <a:endParaRPr lang="en-CA" sz="2500" kern="1200"/>
        </a:p>
      </dsp:txBody>
      <dsp:txXfrm>
        <a:off x="1792537" y="17720"/>
        <a:ext cx="1053554" cy="569557"/>
      </dsp:txXfrm>
    </dsp:sp>
    <dsp:sp modelId="{4540F14C-529A-4FED-8958-A79C6E3D2113}">
      <dsp:nvSpPr>
        <dsp:cNvPr id="0" name=""/>
        <dsp:cNvSpPr/>
      </dsp:nvSpPr>
      <dsp:spPr>
        <a:xfrm>
          <a:off x="1305945" y="2571237"/>
          <a:ext cx="453747" cy="453747"/>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5DA08E-695A-4251-99C1-03FA83D3EA1B}">
      <dsp:nvSpPr>
        <dsp:cNvPr id="0" name=""/>
        <dsp:cNvSpPr/>
      </dsp:nvSpPr>
      <dsp:spPr>
        <a:xfrm rot="240000">
          <a:off x="171160" y="2376801"/>
          <a:ext cx="2723317" cy="19043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0B68337-566D-4B18-ADE2-C02B0B8FAF2E}">
      <dsp:nvSpPr>
        <dsp:cNvPr id="0" name=""/>
        <dsp:cNvSpPr/>
      </dsp:nvSpPr>
      <dsp:spPr>
        <a:xfrm rot="240000">
          <a:off x="1806275" y="1900672"/>
          <a:ext cx="1086578" cy="5062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CA" sz="1200" kern="1200"/>
            <a:t>Only </a:t>
          </a:r>
          <a:r>
            <a:rPr lang="fr-CA" sz="1200" kern="1200" err="1"/>
            <a:t>themes</a:t>
          </a:r>
          <a:endParaRPr lang="en-CA" sz="1200" kern="1200"/>
        </a:p>
      </dsp:txBody>
      <dsp:txXfrm>
        <a:off x="1830987" y="1925384"/>
        <a:ext cx="1037154" cy="456810"/>
      </dsp:txXfrm>
    </dsp:sp>
    <dsp:sp modelId="{3BCAD809-18BC-4620-84A5-31704821794E}">
      <dsp:nvSpPr>
        <dsp:cNvPr id="0" name=""/>
        <dsp:cNvSpPr/>
      </dsp:nvSpPr>
      <dsp:spPr>
        <a:xfrm rot="240000">
          <a:off x="1845600" y="1356174"/>
          <a:ext cx="1086578" cy="5062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CA" sz="1200" kern="1200"/>
            <a:t>No keywords</a:t>
          </a:r>
          <a:endParaRPr lang="en-CA" sz="1200" kern="1200"/>
        </a:p>
      </dsp:txBody>
      <dsp:txXfrm>
        <a:off x="1870312" y="1380886"/>
        <a:ext cx="1037154" cy="456810"/>
      </dsp:txXfrm>
    </dsp:sp>
    <dsp:sp modelId="{0C25D044-D79A-4342-9DDB-7385F59D87AA}">
      <dsp:nvSpPr>
        <dsp:cNvPr id="0" name=""/>
        <dsp:cNvSpPr/>
      </dsp:nvSpPr>
      <dsp:spPr>
        <a:xfrm rot="240000">
          <a:off x="1884925" y="823777"/>
          <a:ext cx="1086578" cy="5062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CA" sz="1200" kern="1200"/>
            <a:t>BERT </a:t>
          </a:r>
          <a:r>
            <a:rPr lang="fr-CA" sz="1200" kern="1200" err="1"/>
            <a:t>choices</a:t>
          </a:r>
          <a:endParaRPr lang="en-CA" sz="1200" kern="1200"/>
        </a:p>
      </dsp:txBody>
      <dsp:txXfrm>
        <a:off x="1909637" y="848489"/>
        <a:ext cx="1037154" cy="456810"/>
      </dsp:txXfrm>
    </dsp:sp>
    <dsp:sp modelId="{B5872482-7CF9-4D3F-A9BD-37119E64A4D9}">
      <dsp:nvSpPr>
        <dsp:cNvPr id="0" name=""/>
        <dsp:cNvSpPr/>
      </dsp:nvSpPr>
      <dsp:spPr>
        <a:xfrm rot="240000">
          <a:off x="248408" y="1791772"/>
          <a:ext cx="1086578" cy="5062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CA" sz="1200" kern="1200" err="1"/>
            <a:t>Simplicity</a:t>
          </a:r>
          <a:endParaRPr lang="en-CA" sz="1200" kern="1200"/>
        </a:p>
      </dsp:txBody>
      <dsp:txXfrm>
        <a:off x="273120" y="1816484"/>
        <a:ext cx="1037154" cy="456810"/>
      </dsp:txXfrm>
    </dsp:sp>
    <dsp:sp modelId="{D0D6C894-9AB6-4F22-9443-5877BE5C8CF1}">
      <dsp:nvSpPr>
        <dsp:cNvPr id="0" name=""/>
        <dsp:cNvSpPr/>
      </dsp:nvSpPr>
      <dsp:spPr>
        <a:xfrm rot="240000">
          <a:off x="287733" y="1247275"/>
          <a:ext cx="1086578" cy="5062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CA" sz="1200" kern="1200"/>
            <a:t>Quick </a:t>
          </a:r>
          <a:r>
            <a:rPr lang="fr-CA" sz="1200" kern="1200" err="1"/>
            <a:t>results</a:t>
          </a:r>
          <a:endParaRPr lang="en-CA" sz="1200" kern="1200"/>
        </a:p>
      </dsp:txBody>
      <dsp:txXfrm>
        <a:off x="312445" y="1271987"/>
        <a:ext cx="1037154" cy="4568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215E82-7488-4598-9D05-8C069715AA62}">
      <dsp:nvSpPr>
        <dsp:cNvPr id="0" name=""/>
        <dsp:cNvSpPr/>
      </dsp:nvSpPr>
      <dsp:spPr>
        <a:xfrm>
          <a:off x="190309" y="107949"/>
          <a:ext cx="1141857" cy="634365"/>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CA" sz="2700" kern="1200" noProof="0"/>
            <a:t>Bad</a:t>
          </a:r>
        </a:p>
      </dsp:txBody>
      <dsp:txXfrm>
        <a:off x="208889" y="126529"/>
        <a:ext cx="1104697" cy="597205"/>
      </dsp:txXfrm>
    </dsp:sp>
    <dsp:sp modelId="{2A00AE2B-FAE6-4AE2-865E-E04647CEFE88}">
      <dsp:nvSpPr>
        <dsp:cNvPr id="0" name=""/>
        <dsp:cNvSpPr/>
      </dsp:nvSpPr>
      <dsp:spPr>
        <a:xfrm>
          <a:off x="1839658" y="107949"/>
          <a:ext cx="1141857" cy="634365"/>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CA" sz="2700" kern="1200" noProof="0"/>
            <a:t>Good</a:t>
          </a:r>
        </a:p>
      </dsp:txBody>
      <dsp:txXfrm>
        <a:off x="1858238" y="126529"/>
        <a:ext cx="1104697" cy="597205"/>
      </dsp:txXfrm>
    </dsp:sp>
    <dsp:sp modelId="{4540F14C-529A-4FED-8958-A79C6E3D2113}">
      <dsp:nvSpPr>
        <dsp:cNvPr id="0" name=""/>
        <dsp:cNvSpPr/>
      </dsp:nvSpPr>
      <dsp:spPr>
        <a:xfrm>
          <a:off x="1348025" y="2804001"/>
          <a:ext cx="475773" cy="475773"/>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553E5C-0596-400F-AE8D-C803801D13F0}">
      <dsp:nvSpPr>
        <dsp:cNvPr id="0" name=""/>
        <dsp:cNvSpPr/>
      </dsp:nvSpPr>
      <dsp:spPr>
        <a:xfrm rot="240000">
          <a:off x="158155" y="2600126"/>
          <a:ext cx="2855514" cy="19967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DD2B3D-834D-46E5-B5B4-DB1CA3F8072D}">
      <dsp:nvSpPr>
        <dsp:cNvPr id="0" name=""/>
        <dsp:cNvSpPr/>
      </dsp:nvSpPr>
      <dsp:spPr>
        <a:xfrm rot="240000">
          <a:off x="1872643" y="2100885"/>
          <a:ext cx="1139323" cy="5308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CA" sz="1000" kern="1200" noProof="0"/>
            <a:t>Chosen themes + words</a:t>
          </a:r>
        </a:p>
      </dsp:txBody>
      <dsp:txXfrm>
        <a:off x="1898555" y="2126797"/>
        <a:ext cx="1087499" cy="478984"/>
      </dsp:txXfrm>
    </dsp:sp>
    <dsp:sp modelId="{893A94B2-7428-4351-A2E5-26E4C2D6F122}">
      <dsp:nvSpPr>
        <dsp:cNvPr id="0" name=""/>
        <dsp:cNvSpPr/>
      </dsp:nvSpPr>
      <dsp:spPr>
        <a:xfrm rot="240000">
          <a:off x="1913877" y="1529956"/>
          <a:ext cx="1139323" cy="5308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CA" sz="1000" kern="1200" noProof="0"/>
            <a:t>Generalizable</a:t>
          </a:r>
        </a:p>
      </dsp:txBody>
      <dsp:txXfrm>
        <a:off x="1939789" y="1555868"/>
        <a:ext cx="1087499" cy="478984"/>
      </dsp:txXfrm>
    </dsp:sp>
    <dsp:sp modelId="{90DC400A-37A2-44D5-B14D-5AD50981C76F}">
      <dsp:nvSpPr>
        <dsp:cNvPr id="0" name=""/>
        <dsp:cNvSpPr/>
      </dsp:nvSpPr>
      <dsp:spPr>
        <a:xfrm rot="240000">
          <a:off x="1955111" y="971715"/>
          <a:ext cx="1139323" cy="530808"/>
        </a:xfrm>
        <a:prstGeom prst="round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CA" sz="1000" kern="1200" noProof="0"/>
            <a:t>Insightful results</a:t>
          </a:r>
        </a:p>
      </dsp:txBody>
      <dsp:txXfrm>
        <a:off x="1981023" y="997627"/>
        <a:ext cx="1087499" cy="478984"/>
      </dsp:txXfrm>
    </dsp:sp>
    <dsp:sp modelId="{DE9DBAA3-F7DE-4DAC-965D-EC115F894D2F}">
      <dsp:nvSpPr>
        <dsp:cNvPr id="0" name=""/>
        <dsp:cNvSpPr/>
      </dsp:nvSpPr>
      <dsp:spPr>
        <a:xfrm rot="240000">
          <a:off x="239153" y="1986699"/>
          <a:ext cx="1139323" cy="5308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CA" sz="1000" kern="1200" noProof="0"/>
            <a:t>Complex</a:t>
          </a:r>
        </a:p>
      </dsp:txBody>
      <dsp:txXfrm>
        <a:off x="265065" y="2012611"/>
        <a:ext cx="1087499" cy="478984"/>
      </dsp:txXfrm>
    </dsp:sp>
    <dsp:sp modelId="{13A25D56-1328-48EB-8D25-12C248C4EB8F}">
      <dsp:nvSpPr>
        <dsp:cNvPr id="0" name=""/>
        <dsp:cNvSpPr/>
      </dsp:nvSpPr>
      <dsp:spPr>
        <a:xfrm rot="240000">
          <a:off x="280387" y="1415771"/>
          <a:ext cx="1139323" cy="5308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CA" sz="1000" kern="1200" noProof="0"/>
            <a:t>Iterative</a:t>
          </a:r>
        </a:p>
      </dsp:txBody>
      <dsp:txXfrm>
        <a:off x="306299" y="1441683"/>
        <a:ext cx="1087499" cy="4789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67564C-ED7C-44AA-B4EB-2E6E4352001E}">
      <dsp:nvSpPr>
        <dsp:cNvPr id="0" name=""/>
        <dsp:cNvSpPr/>
      </dsp:nvSpPr>
      <dsp:spPr>
        <a:xfrm>
          <a:off x="0" y="0"/>
          <a:ext cx="5974925" cy="693702"/>
        </a:xfrm>
        <a:prstGeom prst="roundRect">
          <a:avLst>
            <a:gd name="adj" fmla="val 10000"/>
          </a:avLst>
        </a:prstGeom>
        <a:solidFill>
          <a:schemeClr val="tx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CA" sz="1800" kern="1200" dirty="0"/>
            <a:t>Original fake news </a:t>
          </a:r>
          <a:r>
            <a:rPr lang="fr-CA" sz="1800" kern="1200" dirty="0" err="1"/>
            <a:t>dataset</a:t>
          </a:r>
          <a:endParaRPr lang="en-CA" sz="1800" kern="1200" dirty="0"/>
        </a:p>
      </dsp:txBody>
      <dsp:txXfrm>
        <a:off x="20318" y="20318"/>
        <a:ext cx="5145202" cy="653066"/>
      </dsp:txXfrm>
    </dsp:sp>
    <dsp:sp modelId="{AF4F94BD-A762-4767-B94E-1559F3FF4F5F}">
      <dsp:nvSpPr>
        <dsp:cNvPr id="0" name=""/>
        <dsp:cNvSpPr/>
      </dsp:nvSpPr>
      <dsp:spPr>
        <a:xfrm>
          <a:off x="446179" y="790050"/>
          <a:ext cx="5974925" cy="693702"/>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CA" sz="1800" kern="1200"/>
            <a:t>Top topic (ML)</a:t>
          </a:r>
          <a:endParaRPr lang="en-CA" sz="1800" kern="1200"/>
        </a:p>
      </dsp:txBody>
      <dsp:txXfrm>
        <a:off x="466497" y="810368"/>
        <a:ext cx="5037203" cy="653066"/>
      </dsp:txXfrm>
    </dsp:sp>
    <dsp:sp modelId="{306001F4-8CA3-4272-84DF-D81D8C893855}">
      <dsp:nvSpPr>
        <dsp:cNvPr id="0" name=""/>
        <dsp:cNvSpPr/>
      </dsp:nvSpPr>
      <dsp:spPr>
        <a:xfrm>
          <a:off x="892359" y="1580101"/>
          <a:ext cx="5974925" cy="693702"/>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CA" sz="1800" kern="1200"/>
            <a:t>Relevant keywords (ML)</a:t>
          </a:r>
          <a:endParaRPr lang="en-CA" sz="1800" kern="1200"/>
        </a:p>
      </dsp:txBody>
      <dsp:txXfrm>
        <a:off x="912677" y="1600419"/>
        <a:ext cx="5037203" cy="653066"/>
      </dsp:txXfrm>
    </dsp:sp>
    <dsp:sp modelId="{AC41D564-D1B1-45C6-BD46-4D2C4726C3C8}">
      <dsp:nvSpPr>
        <dsp:cNvPr id="0" name=""/>
        <dsp:cNvSpPr/>
      </dsp:nvSpPr>
      <dsp:spPr>
        <a:xfrm>
          <a:off x="1338538" y="2370151"/>
          <a:ext cx="5974925" cy="693702"/>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CA" sz="1800" kern="1200" err="1"/>
            <a:t>Broader</a:t>
          </a:r>
          <a:r>
            <a:rPr lang="fr-CA" sz="1800" kern="1200"/>
            <a:t> </a:t>
          </a:r>
          <a:r>
            <a:rPr lang="fr-CA" sz="1800" kern="1200" err="1"/>
            <a:t>category</a:t>
          </a:r>
          <a:r>
            <a:rPr lang="fr-CA" sz="1800" kern="1200"/>
            <a:t> </a:t>
          </a:r>
          <a:r>
            <a:rPr lang="fr-CA" sz="1800" kern="1200" err="1"/>
            <a:t>from</a:t>
          </a:r>
          <a:r>
            <a:rPr lang="fr-CA" sz="1800" kern="1200"/>
            <a:t> </a:t>
          </a:r>
          <a:r>
            <a:rPr lang="fr-CA" sz="1800" kern="1200" err="1"/>
            <a:t>taxonomy</a:t>
          </a:r>
          <a:endParaRPr lang="en-CA" sz="1800" kern="1200"/>
        </a:p>
      </dsp:txBody>
      <dsp:txXfrm>
        <a:off x="1358856" y="2390469"/>
        <a:ext cx="5037203" cy="653066"/>
      </dsp:txXfrm>
    </dsp:sp>
    <dsp:sp modelId="{FC7114B4-5FD5-4B8C-8AAA-0CABF594F045}">
      <dsp:nvSpPr>
        <dsp:cNvPr id="0" name=""/>
        <dsp:cNvSpPr/>
      </dsp:nvSpPr>
      <dsp:spPr>
        <a:xfrm>
          <a:off x="1784718" y="3160202"/>
          <a:ext cx="5974925" cy="693702"/>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CA" sz="1800" kern="1200" err="1"/>
            <a:t>Context</a:t>
          </a:r>
          <a:r>
            <a:rPr lang="fr-CA" sz="1800" kern="1200"/>
            <a:t> (</a:t>
          </a:r>
          <a:r>
            <a:rPr lang="fr-CA" sz="1800" kern="1200" err="1"/>
            <a:t>definitions</a:t>
          </a:r>
          <a:r>
            <a:rPr lang="fr-CA" sz="1800" kern="1200"/>
            <a:t>, key </a:t>
          </a:r>
          <a:r>
            <a:rPr lang="fr-CA" sz="1800" kern="1200" err="1"/>
            <a:t>interests</a:t>
          </a:r>
          <a:r>
            <a:rPr lang="fr-CA" sz="1800" kern="1200"/>
            <a:t> and lobbies)</a:t>
          </a:r>
          <a:endParaRPr lang="en-CA" sz="1800" kern="1200"/>
        </a:p>
      </dsp:txBody>
      <dsp:txXfrm>
        <a:off x="1805036" y="3180520"/>
        <a:ext cx="5037203" cy="653066"/>
      </dsp:txXfrm>
    </dsp:sp>
    <dsp:sp modelId="{14D09021-B93A-4042-9B09-2CF5E1E516B8}">
      <dsp:nvSpPr>
        <dsp:cNvPr id="0" name=""/>
        <dsp:cNvSpPr/>
      </dsp:nvSpPr>
      <dsp:spPr>
        <a:xfrm>
          <a:off x="5524018" y="506788"/>
          <a:ext cx="450906" cy="450906"/>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CA" sz="2000" kern="1200"/>
        </a:p>
      </dsp:txBody>
      <dsp:txXfrm>
        <a:off x="5625472" y="506788"/>
        <a:ext cx="247998" cy="339307"/>
      </dsp:txXfrm>
    </dsp:sp>
    <dsp:sp modelId="{25267FD8-72C1-496F-BCB4-BDE66B922C6D}">
      <dsp:nvSpPr>
        <dsp:cNvPr id="0" name=""/>
        <dsp:cNvSpPr/>
      </dsp:nvSpPr>
      <dsp:spPr>
        <a:xfrm>
          <a:off x="5970198" y="1296839"/>
          <a:ext cx="450906" cy="450906"/>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CA" sz="2000" kern="1200"/>
        </a:p>
      </dsp:txBody>
      <dsp:txXfrm>
        <a:off x="6071652" y="1296839"/>
        <a:ext cx="247998" cy="339307"/>
      </dsp:txXfrm>
    </dsp:sp>
    <dsp:sp modelId="{416B6FF6-3DDB-4817-92E8-062889E6A0E8}">
      <dsp:nvSpPr>
        <dsp:cNvPr id="0" name=""/>
        <dsp:cNvSpPr/>
      </dsp:nvSpPr>
      <dsp:spPr>
        <a:xfrm>
          <a:off x="6416378" y="2075327"/>
          <a:ext cx="450906" cy="450906"/>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CA" sz="2000" kern="1200"/>
        </a:p>
      </dsp:txBody>
      <dsp:txXfrm>
        <a:off x="6517832" y="2075327"/>
        <a:ext cx="247998" cy="339307"/>
      </dsp:txXfrm>
    </dsp:sp>
    <dsp:sp modelId="{53CFF26C-11D7-46D3-A88C-26EC04A2B87A}">
      <dsp:nvSpPr>
        <dsp:cNvPr id="0" name=""/>
        <dsp:cNvSpPr/>
      </dsp:nvSpPr>
      <dsp:spPr>
        <a:xfrm>
          <a:off x="6862557" y="2873086"/>
          <a:ext cx="450906" cy="450906"/>
        </a:xfrm>
        <a:prstGeom prst="downArrow">
          <a:avLst>
            <a:gd name="adj1" fmla="val 55000"/>
            <a:gd name="adj2" fmla="val 45000"/>
          </a:avLst>
        </a:prstGeom>
        <a:solidFill>
          <a:schemeClr val="accent2">
            <a:alpha val="90000"/>
            <a:tint val="40000"/>
            <a:hueOff val="0"/>
            <a:satOff val="0"/>
            <a:lumOff val="0"/>
            <a:alphaOff val="0"/>
          </a:schemeClr>
        </a:solidFill>
        <a:ln w="635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CA" sz="2000" kern="1200"/>
        </a:p>
      </dsp:txBody>
      <dsp:txXfrm>
        <a:off x="6964011" y="2873086"/>
        <a:ext cx="247998" cy="3393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215E82-7488-4598-9D05-8C069715AA62}">
      <dsp:nvSpPr>
        <dsp:cNvPr id="0" name=""/>
        <dsp:cNvSpPr/>
      </dsp:nvSpPr>
      <dsp:spPr>
        <a:xfrm>
          <a:off x="545943" y="0"/>
          <a:ext cx="1185774" cy="65876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A" sz="2800" kern="1200"/>
            <a:t>Bad</a:t>
          </a:r>
          <a:endParaRPr lang="en-CA" sz="2800" kern="1200"/>
        </a:p>
      </dsp:txBody>
      <dsp:txXfrm>
        <a:off x="565238" y="19295"/>
        <a:ext cx="1147184" cy="620173"/>
      </dsp:txXfrm>
    </dsp:sp>
    <dsp:sp modelId="{2A00AE2B-FAE6-4AE2-865E-E04647CEFE88}">
      <dsp:nvSpPr>
        <dsp:cNvPr id="0" name=""/>
        <dsp:cNvSpPr/>
      </dsp:nvSpPr>
      <dsp:spPr>
        <a:xfrm>
          <a:off x="2258728" y="0"/>
          <a:ext cx="1185774" cy="658763"/>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fr-CA" sz="2800" kern="1200" dirty="0"/>
            <a:t>Good</a:t>
          </a:r>
          <a:endParaRPr lang="en-CA" sz="2800" kern="1200" dirty="0"/>
        </a:p>
      </dsp:txBody>
      <dsp:txXfrm>
        <a:off x="2278023" y="19295"/>
        <a:ext cx="1147184" cy="620173"/>
      </dsp:txXfrm>
    </dsp:sp>
    <dsp:sp modelId="{4540F14C-529A-4FED-8958-A79C6E3D2113}">
      <dsp:nvSpPr>
        <dsp:cNvPr id="0" name=""/>
        <dsp:cNvSpPr/>
      </dsp:nvSpPr>
      <dsp:spPr>
        <a:xfrm>
          <a:off x="1748186" y="2799745"/>
          <a:ext cx="494072" cy="494072"/>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553E5C-0596-400F-AE8D-C803801D13F0}">
      <dsp:nvSpPr>
        <dsp:cNvPr id="0" name=""/>
        <dsp:cNvSpPr/>
      </dsp:nvSpPr>
      <dsp:spPr>
        <a:xfrm rot="240000">
          <a:off x="512552" y="2588029"/>
          <a:ext cx="2965341" cy="20735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DD2B3D-834D-46E5-B5B4-DB1CA3F8072D}">
      <dsp:nvSpPr>
        <dsp:cNvPr id="0" name=""/>
        <dsp:cNvSpPr/>
      </dsp:nvSpPr>
      <dsp:spPr>
        <a:xfrm rot="240000">
          <a:off x="2292982" y="2069586"/>
          <a:ext cx="1183143" cy="5512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a:t>Chosen </a:t>
          </a:r>
          <a:r>
            <a:rPr lang="fr-CA" sz="1000" kern="1200" err="1"/>
            <a:t>themes</a:t>
          </a:r>
          <a:r>
            <a:rPr lang="fr-CA" sz="1000" kern="1200"/>
            <a:t> + </a:t>
          </a:r>
          <a:r>
            <a:rPr lang="fr-CA" sz="1000" kern="1200" err="1"/>
            <a:t>words</a:t>
          </a:r>
          <a:endParaRPr lang="en-CA" sz="1000" kern="1200"/>
        </a:p>
      </dsp:txBody>
      <dsp:txXfrm>
        <a:off x="2319890" y="2096494"/>
        <a:ext cx="1129327" cy="497407"/>
      </dsp:txXfrm>
    </dsp:sp>
    <dsp:sp modelId="{893A94B2-7428-4351-A2E5-26E4C2D6F122}">
      <dsp:nvSpPr>
        <dsp:cNvPr id="0" name=""/>
        <dsp:cNvSpPr/>
      </dsp:nvSpPr>
      <dsp:spPr>
        <a:xfrm rot="240000">
          <a:off x="2335801" y="1476699"/>
          <a:ext cx="1183143" cy="5512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err="1"/>
            <a:t>Generalizable</a:t>
          </a:r>
          <a:endParaRPr lang="en-CA" sz="1000" kern="1200"/>
        </a:p>
      </dsp:txBody>
      <dsp:txXfrm>
        <a:off x="2362709" y="1503607"/>
        <a:ext cx="1129327" cy="497407"/>
      </dsp:txXfrm>
    </dsp:sp>
    <dsp:sp modelId="{90DC400A-37A2-44D5-B14D-5AD50981C76F}">
      <dsp:nvSpPr>
        <dsp:cNvPr id="0" name=""/>
        <dsp:cNvSpPr/>
      </dsp:nvSpPr>
      <dsp:spPr>
        <a:xfrm rot="240000">
          <a:off x="2378621" y="896987"/>
          <a:ext cx="1183143" cy="551223"/>
        </a:xfrm>
        <a:prstGeom prst="roundRect">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err="1"/>
            <a:t>Insightful</a:t>
          </a:r>
          <a:r>
            <a:rPr lang="fr-CA" sz="1000" kern="1200"/>
            <a:t> </a:t>
          </a:r>
          <a:r>
            <a:rPr lang="fr-CA" sz="1000" kern="1200" err="1"/>
            <a:t>results</a:t>
          </a:r>
          <a:endParaRPr lang="en-CA" sz="1000" kern="1200"/>
        </a:p>
      </dsp:txBody>
      <dsp:txXfrm>
        <a:off x="2405529" y="923895"/>
        <a:ext cx="1129327" cy="497407"/>
      </dsp:txXfrm>
    </dsp:sp>
    <dsp:sp modelId="{DE9DBAA3-F7DE-4DAC-965D-EC115F894D2F}">
      <dsp:nvSpPr>
        <dsp:cNvPr id="0" name=""/>
        <dsp:cNvSpPr/>
      </dsp:nvSpPr>
      <dsp:spPr>
        <a:xfrm rot="240000">
          <a:off x="596665" y="1951009"/>
          <a:ext cx="1183143" cy="5512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err="1"/>
            <a:t>Complex</a:t>
          </a:r>
          <a:endParaRPr lang="en-CA" sz="1000" kern="1200"/>
        </a:p>
      </dsp:txBody>
      <dsp:txXfrm>
        <a:off x="623573" y="1977917"/>
        <a:ext cx="1129327" cy="497407"/>
      </dsp:txXfrm>
    </dsp:sp>
    <dsp:sp modelId="{13A25D56-1328-48EB-8D25-12C248C4EB8F}">
      <dsp:nvSpPr>
        <dsp:cNvPr id="0" name=""/>
        <dsp:cNvSpPr/>
      </dsp:nvSpPr>
      <dsp:spPr>
        <a:xfrm rot="240000">
          <a:off x="639485" y="1358121"/>
          <a:ext cx="1183143" cy="5512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fr-CA" sz="1000" kern="1200" err="1"/>
            <a:t>Iterative</a:t>
          </a:r>
          <a:endParaRPr lang="en-CA" sz="1000" kern="1200"/>
        </a:p>
      </dsp:txBody>
      <dsp:txXfrm>
        <a:off x="666393" y="1385029"/>
        <a:ext cx="1129327" cy="49740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215E82-7488-4598-9D05-8C069715AA62}">
      <dsp:nvSpPr>
        <dsp:cNvPr id="0" name=""/>
        <dsp:cNvSpPr/>
      </dsp:nvSpPr>
      <dsp:spPr>
        <a:xfrm>
          <a:off x="394445" y="0"/>
          <a:ext cx="1154151" cy="641195"/>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fr-CA" sz="2700" kern="1200"/>
            <a:t>Good</a:t>
          </a:r>
          <a:endParaRPr lang="en-CA" sz="2700" kern="1200"/>
        </a:p>
      </dsp:txBody>
      <dsp:txXfrm>
        <a:off x="413225" y="18780"/>
        <a:ext cx="1116591" cy="603635"/>
      </dsp:txXfrm>
    </dsp:sp>
    <dsp:sp modelId="{2A00AE2B-FAE6-4AE2-865E-E04647CEFE88}">
      <dsp:nvSpPr>
        <dsp:cNvPr id="0" name=""/>
        <dsp:cNvSpPr/>
      </dsp:nvSpPr>
      <dsp:spPr>
        <a:xfrm>
          <a:off x="2061552" y="0"/>
          <a:ext cx="1154151" cy="641195"/>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fr-CA" sz="2700" kern="1200"/>
            <a:t>Bad</a:t>
          </a:r>
          <a:endParaRPr lang="en-CA" sz="2700" kern="1200"/>
        </a:p>
      </dsp:txBody>
      <dsp:txXfrm>
        <a:off x="2080332" y="18780"/>
        <a:ext cx="1116591" cy="603635"/>
      </dsp:txXfrm>
    </dsp:sp>
    <dsp:sp modelId="{4540F14C-529A-4FED-8958-A79C6E3D2113}">
      <dsp:nvSpPr>
        <dsp:cNvPr id="0" name=""/>
        <dsp:cNvSpPr/>
      </dsp:nvSpPr>
      <dsp:spPr>
        <a:xfrm>
          <a:off x="1564626" y="2725079"/>
          <a:ext cx="480896" cy="480896"/>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5DA08E-695A-4251-99C1-03FA83D3EA1B}">
      <dsp:nvSpPr>
        <dsp:cNvPr id="0" name=""/>
        <dsp:cNvSpPr/>
      </dsp:nvSpPr>
      <dsp:spPr>
        <a:xfrm rot="240000">
          <a:off x="361944" y="2519010"/>
          <a:ext cx="2886259" cy="20182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0B68337-566D-4B18-ADE2-C02B0B8FAF2E}">
      <dsp:nvSpPr>
        <dsp:cNvPr id="0" name=""/>
        <dsp:cNvSpPr/>
      </dsp:nvSpPr>
      <dsp:spPr>
        <a:xfrm rot="240000">
          <a:off x="2094892" y="2014393"/>
          <a:ext cx="1151590" cy="5365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CA" sz="1300" kern="1200"/>
            <a:t>Only </a:t>
          </a:r>
          <a:r>
            <a:rPr lang="fr-CA" sz="1300" kern="1200" err="1"/>
            <a:t>themes</a:t>
          </a:r>
          <a:endParaRPr lang="en-CA" sz="1300" kern="1200"/>
        </a:p>
      </dsp:txBody>
      <dsp:txXfrm>
        <a:off x="2121083" y="2040584"/>
        <a:ext cx="1099208" cy="484141"/>
      </dsp:txXfrm>
    </dsp:sp>
    <dsp:sp modelId="{3BCAD809-18BC-4620-84A5-31704821794E}">
      <dsp:nvSpPr>
        <dsp:cNvPr id="0" name=""/>
        <dsp:cNvSpPr/>
      </dsp:nvSpPr>
      <dsp:spPr>
        <a:xfrm rot="240000">
          <a:off x="2136570" y="1437317"/>
          <a:ext cx="1151590" cy="5365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CA" sz="1300" kern="1200"/>
            <a:t>No keywords</a:t>
          </a:r>
          <a:endParaRPr lang="en-CA" sz="1300" kern="1200"/>
        </a:p>
      </dsp:txBody>
      <dsp:txXfrm>
        <a:off x="2162761" y="1463508"/>
        <a:ext cx="1099208" cy="484141"/>
      </dsp:txXfrm>
    </dsp:sp>
    <dsp:sp modelId="{0C25D044-D79A-4342-9DDB-7385F59D87AA}">
      <dsp:nvSpPr>
        <dsp:cNvPr id="0" name=""/>
        <dsp:cNvSpPr/>
      </dsp:nvSpPr>
      <dsp:spPr>
        <a:xfrm rot="240000">
          <a:off x="2178248" y="873065"/>
          <a:ext cx="1151590" cy="5365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CA" sz="1300" kern="1200"/>
            <a:t>BERT </a:t>
          </a:r>
          <a:r>
            <a:rPr lang="fr-CA" sz="1300" kern="1200" err="1"/>
            <a:t>choices</a:t>
          </a:r>
          <a:endParaRPr lang="en-CA" sz="1300" kern="1200"/>
        </a:p>
      </dsp:txBody>
      <dsp:txXfrm>
        <a:off x="2204439" y="899256"/>
        <a:ext cx="1099208" cy="484141"/>
      </dsp:txXfrm>
    </dsp:sp>
    <dsp:sp modelId="{B5872482-7CF9-4D3F-A9BD-37119E64A4D9}">
      <dsp:nvSpPr>
        <dsp:cNvPr id="0" name=""/>
        <dsp:cNvSpPr/>
      </dsp:nvSpPr>
      <dsp:spPr>
        <a:xfrm rot="240000">
          <a:off x="443815" y="1898978"/>
          <a:ext cx="1151590" cy="5365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CA" sz="1300" kern="1200" err="1"/>
            <a:t>Simplicity</a:t>
          </a:r>
          <a:endParaRPr lang="en-CA" sz="1300" kern="1200"/>
        </a:p>
      </dsp:txBody>
      <dsp:txXfrm>
        <a:off x="470006" y="1925169"/>
        <a:ext cx="1099208" cy="484141"/>
      </dsp:txXfrm>
    </dsp:sp>
    <dsp:sp modelId="{D0D6C894-9AB6-4F22-9443-5877BE5C8CF1}">
      <dsp:nvSpPr>
        <dsp:cNvPr id="0" name=""/>
        <dsp:cNvSpPr/>
      </dsp:nvSpPr>
      <dsp:spPr>
        <a:xfrm rot="240000">
          <a:off x="485492" y="1321902"/>
          <a:ext cx="1151590" cy="5365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CA" sz="1300" kern="1200"/>
            <a:t>Quick </a:t>
          </a:r>
          <a:r>
            <a:rPr lang="fr-CA" sz="1300" kern="1200" err="1"/>
            <a:t>results</a:t>
          </a:r>
          <a:endParaRPr lang="en-CA" sz="1300" kern="1200"/>
        </a:p>
      </dsp:txBody>
      <dsp:txXfrm>
        <a:off x="511683" y="1348093"/>
        <a:ext cx="1099208" cy="484141"/>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3.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6.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sz="100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de-AT" sz="1000" smtClean="0">
                <a:latin typeface="Verdana" pitchFamily="34" charset="0"/>
                <a:ea typeface="Verdana" pitchFamily="34" charset="0"/>
                <a:cs typeface="Verdana" pitchFamily="34" charset="0"/>
              </a:rPr>
              <a:t>25.06.2026</a:t>
            </a:fld>
            <a:endParaRPr lang="de-AT" sz="100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sz="100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de-AT" sz="1000" smtClean="0">
                <a:latin typeface="Verdana" pitchFamily="34" charset="0"/>
                <a:ea typeface="Verdana" pitchFamily="34" charset="0"/>
                <a:cs typeface="Verdana" pitchFamily="34" charset="0"/>
              </a:rPr>
              <a:t>‹#›</a:t>
            </a:fld>
            <a:endParaRPr lang="de-AT" sz="100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de-AT"/>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de-AT" smtClean="0"/>
              <a:pPr/>
              <a:t>25.06.2026</a:t>
            </a:fld>
            <a:endParaRPr lang="de-AT"/>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AT"/>
              <a:t>Textmasterformat bearbeiten</a:t>
            </a:r>
          </a:p>
          <a:p>
            <a:pPr lvl="1"/>
            <a:r>
              <a:rPr lang="de-AT"/>
              <a:t>Zweite Ebene</a:t>
            </a:r>
          </a:p>
          <a:p>
            <a:pPr lvl="2"/>
            <a:r>
              <a:rPr lang="de-AT"/>
              <a:t>Dritte Ebene</a:t>
            </a:r>
          </a:p>
          <a:p>
            <a:pPr lvl="3"/>
            <a:r>
              <a:rPr lang="de-AT"/>
              <a:t>Vierte Ebene</a:t>
            </a:r>
          </a:p>
          <a:p>
            <a:pPr lvl="4"/>
            <a:r>
              <a:rPr lang="de-AT"/>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de-AT"/>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de-AT" smtClean="0"/>
              <a:pPr/>
              <a:t>‹#›</a:t>
            </a:fld>
            <a:endParaRPr lang="de-AT"/>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10"/>
          </p:nvPr>
        </p:nvSpPr>
        <p:spPr/>
        <p:txBody>
          <a:bodyPr/>
          <a:lstStyle/>
          <a:p>
            <a:fld id="{219CC2FD-B32F-4992-A15B-F95E2E35C81B}" type="slidenum">
              <a:rPr lang="de-AT" smtClean="0"/>
              <a:pPr/>
              <a:t>1</a:t>
            </a:fld>
            <a:endParaRPr lang="de-AT"/>
          </a:p>
        </p:txBody>
      </p:sp>
    </p:spTree>
    <p:extLst>
      <p:ext uri="{BB962C8B-B14F-4D97-AF65-F5344CB8AC3E}">
        <p14:creationId xmlns:p14="http://schemas.microsoft.com/office/powerpoint/2010/main" val="3956595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t>STATE OF THE ART:</a:t>
            </a:r>
            <a:r>
              <a:rPr lang="en-GB"/>
              <a:t> </a:t>
            </a:r>
            <a:br>
              <a:rPr lang="en-GB"/>
            </a:br>
            <a:r>
              <a:rPr lang="en-GB" i="1"/>
              <a:t>How have others tried to address this problem? You should summarize the existing literature putting a specific focus on the works that are closest to yours.</a:t>
            </a:r>
          </a:p>
          <a:p>
            <a:endParaRPr lang="en-CA"/>
          </a:p>
        </p:txBody>
      </p:sp>
      <p:sp>
        <p:nvSpPr>
          <p:cNvPr id="4" name="Slide Number Placeholder 3"/>
          <p:cNvSpPr>
            <a:spLocks noGrp="1"/>
          </p:cNvSpPr>
          <p:nvPr>
            <p:ph type="sldNum" sz="quarter" idx="5"/>
          </p:nvPr>
        </p:nvSpPr>
        <p:spPr/>
        <p:txBody>
          <a:bodyPr/>
          <a:lstStyle/>
          <a:p>
            <a:fld id="{219CC2FD-B32F-4992-A15B-F95E2E35C81B}" type="slidenum">
              <a:rPr lang="de-AT" smtClean="0"/>
              <a:pPr/>
              <a:t>2</a:t>
            </a:fld>
            <a:endParaRPr lang="de-AT"/>
          </a:p>
        </p:txBody>
      </p:sp>
    </p:spTree>
    <p:extLst>
      <p:ext uri="{BB962C8B-B14F-4D97-AF65-F5344CB8AC3E}">
        <p14:creationId xmlns:p14="http://schemas.microsoft.com/office/powerpoint/2010/main" val="4044032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E95F4-2584-163A-2608-0CFA8C86A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36B4B-479D-F392-EB4F-48F400156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2162D6-4303-16EC-7036-B9D2B29C5456}"/>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355E9E98-8757-1093-8F2F-8EC5B372D918}"/>
              </a:ext>
            </a:extLst>
          </p:cNvPr>
          <p:cNvSpPr>
            <a:spLocks noGrp="1"/>
          </p:cNvSpPr>
          <p:nvPr>
            <p:ph type="sldNum" sz="quarter" idx="5"/>
          </p:nvPr>
        </p:nvSpPr>
        <p:spPr/>
        <p:txBody>
          <a:bodyPr/>
          <a:lstStyle/>
          <a:p>
            <a:fld id="{219CC2FD-B32F-4992-A15B-F95E2E35C81B}" type="slidenum">
              <a:rPr lang="de-AT" smtClean="0"/>
              <a:pPr/>
              <a:t>3</a:t>
            </a:fld>
            <a:endParaRPr lang="de-AT"/>
          </a:p>
        </p:txBody>
      </p:sp>
    </p:spTree>
    <p:extLst>
      <p:ext uri="{BB962C8B-B14F-4D97-AF65-F5344CB8AC3E}">
        <p14:creationId xmlns:p14="http://schemas.microsoft.com/office/powerpoint/2010/main" val="1440107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7556-BE47-D529-8E51-DD1C1C0B2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29560-75B6-CFD9-D088-6677D76F3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CFF43-5497-3B5F-6D33-790E88A8024F}"/>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1414ACDB-3412-AC4B-B0A0-F98057512E41}"/>
              </a:ext>
            </a:extLst>
          </p:cNvPr>
          <p:cNvSpPr>
            <a:spLocks noGrp="1"/>
          </p:cNvSpPr>
          <p:nvPr>
            <p:ph type="sldNum" sz="quarter" idx="5"/>
          </p:nvPr>
        </p:nvSpPr>
        <p:spPr/>
        <p:txBody>
          <a:bodyPr/>
          <a:lstStyle/>
          <a:p>
            <a:fld id="{219CC2FD-B32F-4992-A15B-F95E2E35C81B}" type="slidenum">
              <a:rPr lang="de-AT" smtClean="0"/>
              <a:pPr/>
              <a:t>4</a:t>
            </a:fld>
            <a:endParaRPr lang="de-AT"/>
          </a:p>
        </p:txBody>
      </p:sp>
    </p:spTree>
    <p:extLst>
      <p:ext uri="{BB962C8B-B14F-4D97-AF65-F5344CB8AC3E}">
        <p14:creationId xmlns:p14="http://schemas.microsoft.com/office/powerpoint/2010/main" val="2515542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0DFD5-6823-195F-028A-66061C4895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1C7EC-8BDA-7EB4-AE4C-81D104006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EBCD2-A561-EBF1-BCAE-D791084C0C30}"/>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0F8A87C0-E12A-37A0-A99B-2B6B1E378174}"/>
              </a:ext>
            </a:extLst>
          </p:cNvPr>
          <p:cNvSpPr>
            <a:spLocks noGrp="1"/>
          </p:cNvSpPr>
          <p:nvPr>
            <p:ph type="sldNum" sz="quarter" idx="5"/>
          </p:nvPr>
        </p:nvSpPr>
        <p:spPr/>
        <p:txBody>
          <a:bodyPr/>
          <a:lstStyle/>
          <a:p>
            <a:fld id="{219CC2FD-B32F-4992-A15B-F95E2E35C81B}" type="slidenum">
              <a:rPr lang="de-AT" smtClean="0"/>
              <a:pPr/>
              <a:t>5</a:t>
            </a:fld>
            <a:endParaRPr lang="de-AT"/>
          </a:p>
        </p:txBody>
      </p:sp>
    </p:spTree>
    <p:extLst>
      <p:ext uri="{BB962C8B-B14F-4D97-AF65-F5344CB8AC3E}">
        <p14:creationId xmlns:p14="http://schemas.microsoft.com/office/powerpoint/2010/main" val="522565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EC30F-F21E-A418-C00F-FE3AB241C2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5B55D-9580-0E88-EF3A-378F8478E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76744-9CAC-E1A9-5C63-3A13194A47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t>STATE OF THE ART:</a:t>
            </a:r>
            <a:r>
              <a:rPr lang="en-GB"/>
              <a:t> </a:t>
            </a:r>
            <a:br>
              <a:rPr lang="en-GB"/>
            </a:br>
            <a:r>
              <a:rPr lang="en-GB" i="1"/>
              <a:t>How have others tried to address this problem? You should summarize the existing literature putting a specific focus on the works that are closest to yours.</a:t>
            </a:r>
          </a:p>
          <a:p>
            <a:endParaRPr lang="en-CA"/>
          </a:p>
        </p:txBody>
      </p:sp>
      <p:sp>
        <p:nvSpPr>
          <p:cNvPr id="4" name="Slide Number Placeholder 3">
            <a:extLst>
              <a:ext uri="{FF2B5EF4-FFF2-40B4-BE49-F238E27FC236}">
                <a16:creationId xmlns:a16="http://schemas.microsoft.com/office/drawing/2014/main" id="{6587563C-B4D6-5FA4-5876-B2235C3D47A0}"/>
              </a:ext>
            </a:extLst>
          </p:cNvPr>
          <p:cNvSpPr>
            <a:spLocks noGrp="1"/>
          </p:cNvSpPr>
          <p:nvPr>
            <p:ph type="sldNum" sz="quarter" idx="5"/>
          </p:nvPr>
        </p:nvSpPr>
        <p:spPr/>
        <p:txBody>
          <a:bodyPr/>
          <a:lstStyle/>
          <a:p>
            <a:fld id="{219CC2FD-B32F-4992-A15B-F95E2E35C81B}" type="slidenum">
              <a:rPr lang="de-AT" smtClean="0"/>
              <a:pPr/>
              <a:t>13</a:t>
            </a:fld>
            <a:endParaRPr lang="de-AT"/>
          </a:p>
        </p:txBody>
      </p:sp>
    </p:spTree>
    <p:extLst>
      <p:ext uri="{BB962C8B-B14F-4D97-AF65-F5344CB8AC3E}">
        <p14:creationId xmlns:p14="http://schemas.microsoft.com/office/powerpoint/2010/main" val="3538082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C1B5-B2EF-8879-B5E5-1342AB77B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F8DB2-4009-6A13-B4A4-C88D4BD31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D1736-47A0-DAFB-91A8-817D95FC57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a:t>STATE OF THE ART:</a:t>
            </a:r>
            <a:r>
              <a:rPr lang="en-GB"/>
              <a:t> </a:t>
            </a:r>
            <a:br>
              <a:rPr lang="en-GB"/>
            </a:br>
            <a:r>
              <a:rPr lang="en-GB" i="1"/>
              <a:t>How have others tried to address this problem? You should summarize the existing literature putting a specific focus on the works that are closest to yours.</a:t>
            </a:r>
          </a:p>
          <a:p>
            <a:endParaRPr lang="en-CA"/>
          </a:p>
        </p:txBody>
      </p:sp>
      <p:sp>
        <p:nvSpPr>
          <p:cNvPr id="4" name="Slide Number Placeholder 3">
            <a:extLst>
              <a:ext uri="{FF2B5EF4-FFF2-40B4-BE49-F238E27FC236}">
                <a16:creationId xmlns:a16="http://schemas.microsoft.com/office/drawing/2014/main" id="{EDCA9A21-F09D-D293-0EC3-F9463E947BCF}"/>
              </a:ext>
            </a:extLst>
          </p:cNvPr>
          <p:cNvSpPr>
            <a:spLocks noGrp="1"/>
          </p:cNvSpPr>
          <p:nvPr>
            <p:ph type="sldNum" sz="quarter" idx="5"/>
          </p:nvPr>
        </p:nvSpPr>
        <p:spPr/>
        <p:txBody>
          <a:bodyPr/>
          <a:lstStyle/>
          <a:p>
            <a:fld id="{219CC2FD-B32F-4992-A15B-F95E2E35C81B}" type="slidenum">
              <a:rPr lang="de-AT" smtClean="0"/>
              <a:pPr/>
              <a:t>14</a:t>
            </a:fld>
            <a:endParaRPr lang="de-AT"/>
          </a:p>
        </p:txBody>
      </p:sp>
    </p:spTree>
    <p:extLst>
      <p:ext uri="{BB962C8B-B14F-4D97-AF65-F5344CB8AC3E}">
        <p14:creationId xmlns:p14="http://schemas.microsoft.com/office/powerpoint/2010/main" val="37597636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pic>
        <p:nvPicPr>
          <p:cNvPr id="16" name="Grafik 15">
            <a:extLst>
              <a:ext uri="{FF2B5EF4-FFF2-40B4-BE49-F238E27FC236}">
                <a16:creationId xmlns:a16="http://schemas.microsoft.com/office/drawing/2014/main" id="{BCE2647B-5073-4CAC-9C5E-8009FCC05365}"/>
              </a:ext>
            </a:extLst>
          </p:cNvPr>
          <p:cNvPicPr>
            <a:picLocks noChangeAspect="1"/>
          </p:cNvPicPr>
          <p:nvPr userDrawn="1"/>
        </p:nvPicPr>
        <p:blipFill>
          <a:blip r:embed="rId3"/>
          <a:stretch>
            <a:fillRect/>
          </a:stretch>
        </p:blipFill>
        <p:spPr>
          <a:xfrm>
            <a:off x="6579375" y="1065910"/>
            <a:ext cx="1849165" cy="975600"/>
          </a:xfrm>
          <a:prstGeom prst="rect">
            <a:avLst/>
          </a:prstGeom>
        </p:spPr>
      </p:pic>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Maximal zweizeiligen </a:t>
            </a:r>
            <a:br>
              <a:rPr lang="de-AT"/>
            </a:br>
            <a:r>
              <a:rPr lang="de-AT"/>
              <a:t>Titel eingeben</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sp>
        <p:nvSpPr>
          <p:cNvPr id="10" name="Textplatzhalter 9"/>
          <p:cNvSpPr>
            <a:spLocks noGrp="1"/>
          </p:cNvSpPr>
          <p:nvPr>
            <p:ph type="body" sz="quarter" idx="1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pPr marL="0" lvl="0" defTabSz="914400"/>
            <a:r>
              <a:rPr lang="en-US"/>
              <a:t>Click to edit Master text styles</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pic>
        <p:nvPicPr>
          <p:cNvPr id="17" name="Grafik 16">
            <a:extLst>
              <a:ext uri="{FF2B5EF4-FFF2-40B4-BE49-F238E27FC236}">
                <a16:creationId xmlns:a16="http://schemas.microsoft.com/office/drawing/2014/main" id="{577A3717-F920-47F5-9A6A-43B4555D2448}"/>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41094"/>
            <a:ext cx="1835942" cy="295313"/>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4" name="Gruppieren 3">
            <a:extLst>
              <a:ext uri="{FF2B5EF4-FFF2-40B4-BE49-F238E27FC236}">
                <a16:creationId xmlns:a16="http://schemas.microsoft.com/office/drawing/2014/main" id="{56A3FCC5-1509-445E-BE36-5F597590EDBB}"/>
              </a:ext>
            </a:extLst>
          </p:cNvPr>
          <p:cNvGrpSpPr/>
          <p:nvPr userDrawn="1"/>
        </p:nvGrpSpPr>
        <p:grpSpPr>
          <a:xfrm>
            <a:off x="287338" y="603319"/>
            <a:ext cx="8552850" cy="1731679"/>
            <a:chOff x="287338" y="603319"/>
            <a:chExt cx="8552850" cy="1731679"/>
          </a:xfrm>
        </p:grpSpPr>
        <p:sp>
          <p:nvSpPr>
            <p:cNvPr id="13" name="Rechteck 12"/>
            <p:cNvSpPr/>
            <p:nvPr userDrawn="1"/>
          </p:nvSpPr>
          <p:spPr>
            <a:xfrm>
              <a:off x="6192000" y="603319"/>
              <a:ext cx="2648188" cy="1731679"/>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5" name="Rechteck 14"/>
            <p:cNvSpPr/>
            <p:nvPr userDrawn="1"/>
          </p:nvSpPr>
          <p:spPr bwMode="blackWhite">
            <a:xfrm>
              <a:off x="287338" y="603319"/>
              <a:ext cx="5904662" cy="1731679"/>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2" name="Titel 1"/>
          <p:cNvSpPr>
            <a:spLocks noGrp="1"/>
          </p:cNvSpPr>
          <p:nvPr userDrawn="1">
            <p:ph type="ctrTitle" hasCustomPrompt="1"/>
          </p:nvPr>
        </p:nvSpPr>
        <p:spPr bwMode="black">
          <a:xfrm>
            <a:off x="605408" y="1296154"/>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Einzeiligen Titel eingeben</a:t>
            </a:r>
          </a:p>
        </p:txBody>
      </p:sp>
      <p:sp>
        <p:nvSpPr>
          <p:cNvPr id="3" name="Untertitel 2"/>
          <p:cNvSpPr>
            <a:spLocks noGrp="1"/>
          </p:cNvSpPr>
          <p:nvPr userDrawn="1">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sp>
        <p:nvSpPr>
          <p:cNvPr id="16" name="Textplatzhalter 9"/>
          <p:cNvSpPr>
            <a:spLocks noGrp="1"/>
          </p:cNvSpPr>
          <p:nvPr userDrawn="1">
            <p:ph type="body" sz="quarter" idx="11"/>
          </p:nvPr>
        </p:nvSpPr>
        <p:spPr bwMode="white">
          <a:xfrm>
            <a:off x="287338" y="2642906"/>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2" name="Textplatzhalter 7"/>
          <p:cNvSpPr>
            <a:spLocks noGrp="1"/>
          </p:cNvSpPr>
          <p:nvPr userDrawn="1">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pic>
        <p:nvPicPr>
          <p:cNvPr id="21" name="Grafik 20">
            <a:extLst>
              <a:ext uri="{FF2B5EF4-FFF2-40B4-BE49-F238E27FC236}">
                <a16:creationId xmlns:a16="http://schemas.microsoft.com/office/drawing/2014/main" id="{2D5C1542-29B8-4AE1-B0C9-CD406CE5EF8B}"/>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59234A93-CFFB-4237-9659-D02118469D8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41094"/>
            <a:ext cx="1835942" cy="295313"/>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de-AT"/>
              <a:t>Textmasterformat durch Klicken bearbeiten</a:t>
            </a:r>
          </a:p>
          <a:p>
            <a:pPr lvl="1"/>
            <a:r>
              <a:rPr lang="de-AT"/>
              <a:t>Zweite Ebene</a:t>
            </a:r>
          </a:p>
          <a:p>
            <a:pPr lvl="2"/>
            <a:r>
              <a:rPr lang="de-AT"/>
              <a:t>Dritte Ebene</a:t>
            </a:r>
          </a:p>
          <a:p>
            <a:pPr lvl="3"/>
            <a:r>
              <a:rPr lang="de-AT"/>
              <a:t>Vierte Ebene</a:t>
            </a:r>
          </a:p>
          <a:p>
            <a:pPr lvl="4"/>
            <a:r>
              <a:rPr lang="de-AT"/>
              <a:t>Fünfte Ebene</a:t>
            </a:r>
          </a:p>
        </p:txBody>
      </p:sp>
      <p:sp>
        <p:nvSpPr>
          <p:cNvPr id="4" name="Datumsplatzhalter 3"/>
          <p:cNvSpPr>
            <a:spLocks noGrp="1"/>
          </p:cNvSpPr>
          <p:nvPr>
            <p:ph type="dt" sz="half" idx="10"/>
          </p:nvPr>
        </p:nvSpPr>
        <p:spPr/>
        <p:txBody>
          <a:bodyPr/>
          <a:lstStyle/>
          <a:p>
            <a:fld id="{BCE4B0F6-B814-432F-A5EF-779CD4E3E58E}" type="datetime1">
              <a:rPr lang="de-AT" smtClean="0"/>
              <a:t>25.06.2026</a:t>
            </a:fld>
            <a:endParaRPr lang="de-AT"/>
          </a:p>
        </p:txBody>
      </p:sp>
      <p:sp>
        <p:nvSpPr>
          <p:cNvPr id="8" name="Fußzeilenplatzhalter 7"/>
          <p:cNvSpPr>
            <a:spLocks noGrp="1"/>
          </p:cNvSpPr>
          <p:nvPr>
            <p:ph type="ftr" sz="quarter" idx="11"/>
          </p:nvPr>
        </p:nvSpPr>
        <p:spPr/>
        <p:txBody>
          <a:bodyPr/>
          <a:lstStyle/>
          <a:p>
            <a:r>
              <a:rPr lang="de-AT"/>
              <a:t>Fusszeile</a:t>
            </a:r>
          </a:p>
        </p:txBody>
      </p:sp>
      <p:sp>
        <p:nvSpPr>
          <p:cNvPr id="9" name="Foliennummernplatzhalter 8"/>
          <p:cNvSpPr>
            <a:spLocks noGrp="1"/>
          </p:cNvSpPr>
          <p:nvPr>
            <p:ph type="sldNum" sz="quarter" idx="12"/>
          </p:nvPr>
        </p:nvSpPr>
        <p:spPr/>
        <p:txBody>
          <a:bodyPr/>
          <a:lstStyle/>
          <a:p>
            <a:r>
              <a:rPr lang="de-AT"/>
              <a:t>SEITE </a:t>
            </a:r>
            <a:fld id="{BE3DC40E-DBBE-4E2D-9EEC-FBF0DA0E9179}" type="slidenum">
              <a:rPr lang="de-AT" smtClean="0"/>
              <a:t>‹#›</a:t>
            </a:fld>
            <a:endParaRPr lang="de-AT"/>
          </a:p>
        </p:txBody>
      </p:sp>
      <p:sp>
        <p:nvSpPr>
          <p:cNvPr id="2" name="Titel 1"/>
          <p:cNvSpPr>
            <a:spLocks noGrp="1"/>
          </p:cNvSpPr>
          <p:nvPr>
            <p:ph type="title"/>
          </p:nvPr>
        </p:nvSpPr>
        <p:spPr/>
        <p:txBody>
          <a:bodyPr/>
          <a:lstStyle/>
          <a:p>
            <a:r>
              <a:rPr lang="en-US"/>
              <a:t>Click to edit Master title style</a:t>
            </a:r>
            <a:endParaRPr lang="de-AT"/>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14" name="Textplatzhalter 9"/>
          <p:cNvSpPr>
            <a:spLocks noGrp="1"/>
          </p:cNvSpPr>
          <p:nvPr>
            <p:ph type="body" sz="quarter" idx="1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Maximal zweizeiligen </a:t>
            </a:r>
            <a:br>
              <a:rPr lang="de-AT"/>
            </a:br>
            <a:r>
              <a:rPr lang="de-AT"/>
              <a:t>Titel eingeben</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pic>
        <p:nvPicPr>
          <p:cNvPr id="18" name="Grafik 17">
            <a:extLst>
              <a:ext uri="{FF2B5EF4-FFF2-40B4-BE49-F238E27FC236}">
                <a16:creationId xmlns:a16="http://schemas.microsoft.com/office/drawing/2014/main" id="{0B662EC1-7F7E-4F35-9E96-6A1231005353}"/>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7CB48493-A0F2-468C-986D-2A150B5DEFBA}"/>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6617341" y="5141369"/>
            <a:ext cx="1831485" cy="294763"/>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extLst>
    <p:ext uri="{DCECCB84-F9BA-43D5-87BE-67443E8EF086}">
      <p15:sldGuideLst xmlns:p15="http://schemas.microsoft.com/office/powerpoint/2012/main">
        <p15:guide id="1" pos="413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2" name="Titel 1"/>
          <p:cNvSpPr>
            <a:spLocks noGrp="1"/>
          </p:cNvSpPr>
          <p:nvPr>
            <p:ph type="ctrTitle" hasCustomPrompt="1"/>
          </p:nvPr>
        </p:nvSpPr>
        <p:spPr bwMode="black">
          <a:xfrm>
            <a:off x="605407" y="1296154"/>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Einzeiligen Titel eingeben</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sp>
        <p:nvSpPr>
          <p:cNvPr id="14" name="Textplatzhalter 9"/>
          <p:cNvSpPr>
            <a:spLocks noGrp="1"/>
          </p:cNvSpPr>
          <p:nvPr>
            <p:ph type="body" sz="quarter" idx="1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pic>
        <p:nvPicPr>
          <p:cNvPr id="16" name="Grafik 15">
            <a:extLst>
              <a:ext uri="{FF2B5EF4-FFF2-40B4-BE49-F238E27FC236}">
                <a16:creationId xmlns:a16="http://schemas.microsoft.com/office/drawing/2014/main" id="{68921D79-517C-4187-882B-8B1EFDBF5E9B}"/>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003EC835-F8EC-46FF-A7D8-2C72534AF74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6617341" y="5141369"/>
            <a:ext cx="1831485" cy="294763"/>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2037600"/>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10" name="Textplatzhalter 9"/>
          <p:cNvSpPr>
            <a:spLocks noGrp="1"/>
          </p:cNvSpPr>
          <p:nvPr>
            <p:ph type="body" sz="quarter" idx="1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Maximal zweizeiligen </a:t>
            </a:r>
            <a:br>
              <a:rPr lang="de-AT"/>
            </a:br>
            <a:r>
              <a:rPr lang="de-AT"/>
              <a:t>Titel eingeben</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pic>
        <p:nvPicPr>
          <p:cNvPr id="12" name="Grafik 11">
            <a:extLst>
              <a:ext uri="{FF2B5EF4-FFF2-40B4-BE49-F238E27FC236}">
                <a16:creationId xmlns:a16="http://schemas.microsoft.com/office/drawing/2014/main" id="{FF116690-1CA5-4CDF-B922-0BB3C7E0606A}"/>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2C9326-2A46-4857-9E76-0DB2F283D628}"/>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41093"/>
            <a:ext cx="1835942" cy="295313"/>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7" name="Rechteck 1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2" name="Titel 1"/>
          <p:cNvSpPr>
            <a:spLocks noGrp="1"/>
          </p:cNvSpPr>
          <p:nvPr>
            <p:ph type="ctrTitle" hasCustomPrompt="1"/>
          </p:nvPr>
        </p:nvSpPr>
        <p:spPr bwMode="black">
          <a:xfrm>
            <a:off x="605407" y="1296154"/>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Einzeiligen Titel eingeben</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sp>
        <p:nvSpPr>
          <p:cNvPr id="16" name="Textplatzhalter 9"/>
          <p:cNvSpPr>
            <a:spLocks noGrp="1"/>
          </p:cNvSpPr>
          <p:nvPr>
            <p:ph type="body" sz="quarter" idx="1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pic>
        <p:nvPicPr>
          <p:cNvPr id="11" name="Grafik 10">
            <a:extLst>
              <a:ext uri="{FF2B5EF4-FFF2-40B4-BE49-F238E27FC236}">
                <a16:creationId xmlns:a16="http://schemas.microsoft.com/office/drawing/2014/main" id="{0A475DBF-FF8A-499C-9A9D-A1690ED33618}"/>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D71C56E8-CA3B-4481-B593-3FAEA5B8938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41093"/>
            <a:ext cx="1835942" cy="295313"/>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6" name="Gruppieren 15"/>
          <p:cNvGrpSpPr/>
          <p:nvPr userDrawn="1"/>
        </p:nvGrpSpPr>
        <p:grpSpPr>
          <a:xfrm>
            <a:off x="287338" y="603319"/>
            <a:ext cx="8552850" cy="2037600"/>
            <a:chOff x="287338" y="603319"/>
            <a:chExt cx="8552850" cy="2037600"/>
          </a:xfrm>
        </p:grpSpPr>
        <p:sp>
          <p:nvSpPr>
            <p:cNvPr id="17" name="Rechteck 16"/>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8" name="Rechteck 17"/>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10" name="Textplatzhalter 9"/>
          <p:cNvSpPr>
            <a:spLocks noGrp="1"/>
          </p:cNvSpPr>
          <p:nvPr>
            <p:ph type="body" sz="quarter" idx="1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Maximal zweizeiligen </a:t>
            </a:r>
            <a:br>
              <a:rPr lang="de-AT"/>
            </a:br>
            <a:r>
              <a:rPr lang="de-AT"/>
              <a:t>Titel eingeben</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pic>
        <p:nvPicPr>
          <p:cNvPr id="15" name="Grafik 14">
            <a:extLst>
              <a:ext uri="{FF2B5EF4-FFF2-40B4-BE49-F238E27FC236}">
                <a16:creationId xmlns:a16="http://schemas.microsoft.com/office/drawing/2014/main" id="{56068296-11E8-4929-AA24-078FC628B7BD}"/>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B6EC7758-8011-47AD-A756-F263091D5BBC}"/>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41094"/>
            <a:ext cx="1835942" cy="295313"/>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7" name="Rechteck 1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2" name="Titel 1"/>
          <p:cNvSpPr>
            <a:spLocks noGrp="1"/>
          </p:cNvSpPr>
          <p:nvPr>
            <p:ph type="ctrTitle" hasCustomPrompt="1"/>
          </p:nvPr>
        </p:nvSpPr>
        <p:spPr bwMode="black">
          <a:xfrm>
            <a:off x="605407" y="1296154"/>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de-AT"/>
              <a:t>Einzeiligen Titel eingeben</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de-AT"/>
              <a:t>Bei Bedarf Untertitel hier eingeben</a:t>
            </a:r>
          </a:p>
        </p:txBody>
      </p:sp>
      <p:sp>
        <p:nvSpPr>
          <p:cNvPr id="16" name="Textplatzhalter 9"/>
          <p:cNvSpPr>
            <a:spLocks noGrp="1"/>
          </p:cNvSpPr>
          <p:nvPr>
            <p:ph type="body" sz="quarter" idx="1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de-AT"/>
              <a:t>Stand: </a:t>
            </a:r>
            <a:r>
              <a:rPr lang="de-AT" err="1"/>
              <a:t>xx.xx.xxxx</a:t>
            </a:r>
            <a:endParaRPr lang="de-AT"/>
          </a:p>
        </p:txBody>
      </p:sp>
      <p:pic>
        <p:nvPicPr>
          <p:cNvPr id="11" name="Grafik 10">
            <a:extLst>
              <a:ext uri="{FF2B5EF4-FFF2-40B4-BE49-F238E27FC236}">
                <a16:creationId xmlns:a16="http://schemas.microsoft.com/office/drawing/2014/main" id="{0B897B33-8355-44AC-8129-26BF5973F302}"/>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E00495DC-0F57-4304-BBFD-BB5FA5288F7E}"/>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41094"/>
            <a:ext cx="1835942" cy="295313"/>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14" name="Textplatzhalter 9"/>
          <p:cNvSpPr>
            <a:spLocks noGrp="1"/>
          </p:cNvSpPr>
          <p:nvPr>
            <p:ph type="body" sz="quarter" idx="1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de-AT"/>
              <a:t>Maximal zweizeiligen </a:t>
            </a:r>
            <a:br>
              <a:rPr lang="de-AT"/>
            </a:br>
            <a:r>
              <a:rPr lang="de-AT"/>
              <a:t>Titel eingeben</a:t>
            </a:r>
          </a:p>
        </p:txBody>
      </p:sp>
      <p:sp>
        <p:nvSpPr>
          <p:cNvPr id="2" name="Datumsplatzhalter 1"/>
          <p:cNvSpPr>
            <a:spLocks noGrp="1"/>
          </p:cNvSpPr>
          <p:nvPr>
            <p:ph type="dt" sz="half" idx="13"/>
          </p:nvPr>
        </p:nvSpPr>
        <p:spPr/>
        <p:txBody>
          <a:bodyPr/>
          <a:lstStyle/>
          <a:p>
            <a:fld id="{EF16FBD4-A1A0-4C0D-8ECA-591A550A295A}" type="datetime1">
              <a:rPr lang="de-AT" smtClean="0"/>
              <a:t>25.06.2026</a:t>
            </a:fld>
            <a:endParaRPr lang="de-AT"/>
          </a:p>
        </p:txBody>
      </p:sp>
      <p:sp>
        <p:nvSpPr>
          <p:cNvPr id="3" name="Fußzeilenplatzhalter 2"/>
          <p:cNvSpPr>
            <a:spLocks noGrp="1"/>
          </p:cNvSpPr>
          <p:nvPr>
            <p:ph type="ftr" sz="quarter" idx="14"/>
          </p:nvPr>
        </p:nvSpPr>
        <p:spPr/>
        <p:txBody>
          <a:bodyPr/>
          <a:lstStyle/>
          <a:p>
            <a:r>
              <a:rPr lang="de-AT"/>
              <a:t>Fusszeile</a:t>
            </a:r>
          </a:p>
        </p:txBody>
      </p:sp>
      <p:sp>
        <p:nvSpPr>
          <p:cNvPr id="6" name="Foliennummernplatzhalter 5"/>
          <p:cNvSpPr>
            <a:spLocks noGrp="1"/>
          </p:cNvSpPr>
          <p:nvPr>
            <p:ph type="sldNum" sz="quarter" idx="15"/>
          </p:nvPr>
        </p:nvSpPr>
        <p:spPr/>
        <p:txBody>
          <a:bodyPr/>
          <a:lstStyle/>
          <a:p>
            <a:r>
              <a:rPr lang="de-AT"/>
              <a:t>SEITE </a:t>
            </a:r>
            <a:fld id="{BE3DC40E-DBBE-4E2D-9EEC-FBF0DA0E9179}" type="slidenum">
              <a:rPr lang="de-AT" smtClean="0"/>
              <a:pPr/>
              <a:t>‹#›</a:t>
            </a:fld>
            <a:endParaRPr lang="de-AT"/>
          </a:p>
        </p:txBody>
      </p:sp>
      <p:pic>
        <p:nvPicPr>
          <p:cNvPr id="15" name="Grafik 14">
            <a:extLst>
              <a:ext uri="{FF2B5EF4-FFF2-40B4-BE49-F238E27FC236}">
                <a16:creationId xmlns:a16="http://schemas.microsoft.com/office/drawing/2014/main" id="{181D7EAB-0BA7-4E01-91B2-EC9EF18DB6A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E0998BC-97DF-4E25-87DA-15ED5E16C46A}"/>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567613" y="5359721"/>
            <a:ext cx="1318058" cy="212131"/>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de-AT"/>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de-AT"/>
              <a:t>Einzeiligen Titel eingeben</a:t>
            </a:r>
          </a:p>
        </p:txBody>
      </p:sp>
      <p:sp>
        <p:nvSpPr>
          <p:cNvPr id="14" name="Textplatzhalter 9"/>
          <p:cNvSpPr>
            <a:spLocks noGrp="1"/>
          </p:cNvSpPr>
          <p:nvPr>
            <p:ph type="body" sz="quarter" idx="1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pPr marL="0" lvl="0" defTabSz="914400"/>
            <a:r>
              <a:rPr lang="en-US"/>
              <a:t>Click to edit Master text styles</a:t>
            </a:r>
          </a:p>
        </p:txBody>
      </p:sp>
      <p:sp>
        <p:nvSpPr>
          <p:cNvPr id="4" name="Date Placeholder 3"/>
          <p:cNvSpPr>
            <a:spLocks noGrp="1"/>
          </p:cNvSpPr>
          <p:nvPr>
            <p:ph type="dt" sz="half" idx="12"/>
          </p:nvPr>
        </p:nvSpPr>
        <p:spPr/>
        <p:txBody>
          <a:bodyPr/>
          <a:lstStyle/>
          <a:p>
            <a:fld id="{EF16FBD4-A1A0-4C0D-8ECA-591A550A295A}" type="datetime1">
              <a:rPr lang="de-AT" smtClean="0"/>
              <a:t>25.06.2026</a:t>
            </a:fld>
            <a:endParaRPr lang="de-AT"/>
          </a:p>
        </p:txBody>
      </p:sp>
      <p:sp>
        <p:nvSpPr>
          <p:cNvPr id="5" name="Footer Placeholder 4"/>
          <p:cNvSpPr>
            <a:spLocks noGrp="1"/>
          </p:cNvSpPr>
          <p:nvPr>
            <p:ph type="ftr" sz="quarter" idx="13"/>
          </p:nvPr>
        </p:nvSpPr>
        <p:spPr/>
        <p:txBody>
          <a:bodyPr/>
          <a:lstStyle/>
          <a:p>
            <a:r>
              <a:rPr lang="de-AT"/>
              <a:t>Fusszeile</a:t>
            </a:r>
          </a:p>
        </p:txBody>
      </p:sp>
      <p:sp>
        <p:nvSpPr>
          <p:cNvPr id="6" name="Slide Number Placeholder 5"/>
          <p:cNvSpPr>
            <a:spLocks noGrp="1"/>
          </p:cNvSpPr>
          <p:nvPr>
            <p:ph type="sldNum" sz="quarter" idx="14"/>
          </p:nvPr>
        </p:nvSpPr>
        <p:spPr/>
        <p:txBody>
          <a:bodyPr/>
          <a:lstStyle/>
          <a:p>
            <a:r>
              <a:rPr lang="de-AT"/>
              <a:t>SEITE </a:t>
            </a:r>
            <a:fld id="{BE3DC40E-DBBE-4E2D-9EEC-FBF0DA0E9179}" type="slidenum">
              <a:rPr lang="de-AT" smtClean="0"/>
              <a:pPr/>
              <a:t>‹#›</a:t>
            </a:fld>
            <a:endParaRPr lang="de-AT"/>
          </a:p>
        </p:txBody>
      </p:sp>
      <p:pic>
        <p:nvPicPr>
          <p:cNvPr id="16" name="Grafik 15">
            <a:extLst>
              <a:ext uri="{FF2B5EF4-FFF2-40B4-BE49-F238E27FC236}">
                <a16:creationId xmlns:a16="http://schemas.microsoft.com/office/drawing/2014/main" id="{8CE3C7E9-F05D-4DB6-844F-097DC39A0AE4}"/>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0DCF4C52-7450-4216-AD35-23E4508F83A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567613" y="5359721"/>
            <a:ext cx="1318058" cy="212131"/>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de-AT"/>
              <a:t>Platzhalter für Objekte</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a:t>      </a:t>
            </a:r>
          </a:p>
        </p:txBody>
      </p:sp>
      <p:sp>
        <p:nvSpPr>
          <p:cNvPr id="2" name="Titel 1"/>
          <p:cNvSpPr>
            <a:spLocks noGrp="1"/>
          </p:cNvSpPr>
          <p:nvPr>
            <p:ph type="title"/>
          </p:nvPr>
        </p:nvSpPr>
        <p:spPr/>
        <p:txBody>
          <a:bodyPr/>
          <a:lstStyle/>
          <a:p>
            <a:r>
              <a:rPr lang="en-US"/>
              <a:t>Click to edit Master title style</a:t>
            </a:r>
            <a:endParaRPr lang="de-AT"/>
          </a:p>
        </p:txBody>
      </p:sp>
      <p:pic>
        <p:nvPicPr>
          <p:cNvPr id="6" name="Grafik 5">
            <a:extLst>
              <a:ext uri="{FF2B5EF4-FFF2-40B4-BE49-F238E27FC236}">
                <a16:creationId xmlns:a16="http://schemas.microsoft.com/office/drawing/2014/main" id="{13B1CA4E-C398-49A1-9CD7-D9ACEA72DBE3}"/>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de-AT"/>
              <a:t>Textmasterformat bearbeiten</a:t>
            </a:r>
          </a:p>
          <a:p>
            <a:pPr lvl="1"/>
            <a:r>
              <a:rPr lang="de-AT"/>
              <a:t>Zweite Ebene</a:t>
            </a:r>
          </a:p>
          <a:p>
            <a:pPr lvl="2"/>
            <a:r>
              <a:rPr lang="de-AT"/>
              <a:t>Dritte Ebene</a:t>
            </a:r>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de-AT"/>
              <a:t>Textmasterformat bearbeiten</a:t>
            </a:r>
          </a:p>
          <a:p>
            <a:pPr lvl="1"/>
            <a:r>
              <a:rPr lang="de-AT"/>
              <a:t>Zweite Ebene</a:t>
            </a:r>
          </a:p>
          <a:p>
            <a:pPr lvl="2"/>
            <a:r>
              <a:rPr lang="de-AT"/>
              <a:t>Dritte Ebene</a:t>
            </a:r>
          </a:p>
        </p:txBody>
      </p:sp>
      <p:sp>
        <p:nvSpPr>
          <p:cNvPr id="5" name="Datumsplatzhalter 4"/>
          <p:cNvSpPr>
            <a:spLocks noGrp="1"/>
          </p:cNvSpPr>
          <p:nvPr>
            <p:ph type="dt" sz="half" idx="10"/>
          </p:nvPr>
        </p:nvSpPr>
        <p:spPr/>
        <p:txBody>
          <a:bodyPr/>
          <a:lstStyle/>
          <a:p>
            <a:fld id="{DC0C0548-BB61-4975-B080-1B6E0D52ECC3}" type="datetime1">
              <a:rPr lang="de-AT" smtClean="0"/>
              <a:t>25.06.2026</a:t>
            </a:fld>
            <a:endParaRPr lang="de-AT"/>
          </a:p>
        </p:txBody>
      </p:sp>
      <p:sp>
        <p:nvSpPr>
          <p:cNvPr id="9" name="Fußzeilenplatzhalter 8"/>
          <p:cNvSpPr>
            <a:spLocks noGrp="1"/>
          </p:cNvSpPr>
          <p:nvPr>
            <p:ph type="ftr" sz="quarter" idx="11"/>
          </p:nvPr>
        </p:nvSpPr>
        <p:spPr/>
        <p:txBody>
          <a:bodyPr/>
          <a:lstStyle/>
          <a:p>
            <a:r>
              <a:rPr lang="de-AT"/>
              <a:t>Fusszeile</a:t>
            </a:r>
          </a:p>
        </p:txBody>
      </p:sp>
      <p:sp>
        <p:nvSpPr>
          <p:cNvPr id="10" name="Foliennummernplatzhalter 9"/>
          <p:cNvSpPr>
            <a:spLocks noGrp="1"/>
          </p:cNvSpPr>
          <p:nvPr>
            <p:ph type="sldNum" sz="quarter" idx="12"/>
          </p:nvPr>
        </p:nvSpPr>
        <p:spPr/>
        <p:txBody>
          <a:bodyPr/>
          <a:lstStyle/>
          <a:p>
            <a:r>
              <a:rPr lang="de-AT"/>
              <a:t>SEITE </a:t>
            </a:r>
            <a:fld id="{BE3DC40E-DBBE-4E2D-9EEC-FBF0DA0E9179}" type="slidenum">
              <a:rPr lang="de-AT" smtClean="0"/>
              <a:t>‹#›</a:t>
            </a:fld>
            <a:endParaRPr lang="de-AT"/>
          </a:p>
        </p:txBody>
      </p:sp>
      <p:sp>
        <p:nvSpPr>
          <p:cNvPr id="2" name="Titel 1"/>
          <p:cNvSpPr>
            <a:spLocks noGrp="1"/>
          </p:cNvSpPr>
          <p:nvPr>
            <p:ph type="title"/>
          </p:nvPr>
        </p:nvSpPr>
        <p:spPr/>
        <p:txBody>
          <a:bodyPr/>
          <a:lstStyle/>
          <a:p>
            <a:r>
              <a:rPr lang="en-US"/>
              <a:t>Click to edit Master title style</a:t>
            </a:r>
            <a:endParaRPr lang="de-AT"/>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de-AT"/>
              <a:t>Textmasterformat bearbeiten</a:t>
            </a:r>
          </a:p>
          <a:p>
            <a:pPr lvl="1"/>
            <a:r>
              <a:rPr lang="de-AT"/>
              <a:t>Zweite Ebene</a:t>
            </a:r>
          </a:p>
          <a:p>
            <a:pPr lvl="2"/>
            <a:r>
              <a:rPr lang="de-AT"/>
              <a:t>Dritte Ebene</a:t>
            </a:r>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de-AT"/>
              <a:t>Textmasterformat bearbeiten</a:t>
            </a:r>
          </a:p>
          <a:p>
            <a:pPr lvl="1"/>
            <a:r>
              <a:rPr lang="de-AT"/>
              <a:t>Zweite Ebene</a:t>
            </a:r>
          </a:p>
          <a:p>
            <a:pPr lvl="2"/>
            <a:r>
              <a:rPr lang="de-AT"/>
              <a:t>Dritte Ebene</a:t>
            </a:r>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de-AT"/>
              <a:t>Text hier einfügen</a:t>
            </a:r>
          </a:p>
        </p:txBody>
      </p:sp>
      <p:sp>
        <p:nvSpPr>
          <p:cNvPr id="5" name="Datumsplatzhalter 4"/>
          <p:cNvSpPr>
            <a:spLocks noGrp="1"/>
          </p:cNvSpPr>
          <p:nvPr>
            <p:ph type="dt" sz="half" idx="14"/>
          </p:nvPr>
        </p:nvSpPr>
        <p:spPr/>
        <p:txBody>
          <a:bodyPr/>
          <a:lstStyle/>
          <a:p>
            <a:fld id="{2208B580-4914-472C-873D-0ABC3D2F1944}" type="datetime1">
              <a:rPr lang="de-AT" smtClean="0"/>
              <a:t>25.06.2026</a:t>
            </a:fld>
            <a:endParaRPr lang="de-AT"/>
          </a:p>
        </p:txBody>
      </p:sp>
      <p:sp>
        <p:nvSpPr>
          <p:cNvPr id="11" name="Fußzeilenplatzhalter 10"/>
          <p:cNvSpPr>
            <a:spLocks noGrp="1"/>
          </p:cNvSpPr>
          <p:nvPr>
            <p:ph type="ftr" sz="quarter" idx="15"/>
          </p:nvPr>
        </p:nvSpPr>
        <p:spPr/>
        <p:txBody>
          <a:bodyPr/>
          <a:lstStyle/>
          <a:p>
            <a:r>
              <a:rPr lang="de-AT"/>
              <a:t>Fusszeile</a:t>
            </a:r>
          </a:p>
        </p:txBody>
      </p:sp>
      <p:sp>
        <p:nvSpPr>
          <p:cNvPr id="12" name="Foliennummernplatzhalter 11"/>
          <p:cNvSpPr>
            <a:spLocks noGrp="1"/>
          </p:cNvSpPr>
          <p:nvPr>
            <p:ph type="sldNum" sz="quarter" idx="16"/>
          </p:nvPr>
        </p:nvSpPr>
        <p:spPr/>
        <p:txBody>
          <a:bodyPr/>
          <a:lstStyle/>
          <a:p>
            <a:r>
              <a:rPr lang="de-AT"/>
              <a:t>SEITE </a:t>
            </a:r>
            <a:fld id="{BE3DC40E-DBBE-4E2D-9EEC-FBF0DA0E9179}" type="slidenum">
              <a:rPr lang="de-AT" smtClean="0"/>
              <a:t>‹#›</a:t>
            </a:fld>
            <a:endParaRPr lang="de-AT"/>
          </a:p>
        </p:txBody>
      </p:sp>
      <p:sp>
        <p:nvSpPr>
          <p:cNvPr id="2" name="Titel 1"/>
          <p:cNvSpPr>
            <a:spLocks noGrp="1"/>
          </p:cNvSpPr>
          <p:nvPr>
            <p:ph type="title"/>
          </p:nvPr>
        </p:nvSpPr>
        <p:spPr/>
        <p:txBody>
          <a:bodyPr/>
          <a:lstStyle/>
          <a:p>
            <a:r>
              <a:rPr lang="en-US"/>
              <a:t>Click to edit Master title style</a:t>
            </a:r>
            <a:endParaRPr lang="de-AT"/>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de-AT"/>
              <a:t>Text hier einfügen</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de-AT"/>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de-AT" sz="1000" b="0" i="0" u="none" strike="noStrike" kern="1200" cap="none" spc="0" normalizeH="0" baseline="0" noProof="0">
                <a:ln>
                  <a:noFill/>
                </a:ln>
                <a:solidFill>
                  <a:srgbClr val="000000"/>
                </a:solidFill>
                <a:effectLst/>
                <a:uLnTx/>
                <a:uFillTx/>
                <a:latin typeface="+mn-lt"/>
                <a:ea typeface="+mn-ea"/>
                <a:cs typeface="+mn-cs"/>
              </a:rPr>
              <a:t>Hier Adressdaten eingeben</a:t>
            </a:r>
          </a:p>
        </p:txBody>
      </p:sp>
      <p:sp>
        <p:nvSpPr>
          <p:cNvPr id="8" name="Datumsplatzhalter 7"/>
          <p:cNvSpPr>
            <a:spLocks noGrp="1"/>
          </p:cNvSpPr>
          <p:nvPr>
            <p:ph type="dt" sz="half" idx="11"/>
          </p:nvPr>
        </p:nvSpPr>
        <p:spPr/>
        <p:txBody>
          <a:bodyPr/>
          <a:lstStyle/>
          <a:p>
            <a:fld id="{460B22D8-19A8-4750-AD83-286C35A4BCEC}" type="datetime1">
              <a:rPr lang="de-AT" smtClean="0"/>
              <a:t>25.06.2026</a:t>
            </a:fld>
            <a:endParaRPr lang="de-AT"/>
          </a:p>
        </p:txBody>
      </p:sp>
      <p:sp>
        <p:nvSpPr>
          <p:cNvPr id="9" name="Fußzeilenplatzhalter 8"/>
          <p:cNvSpPr>
            <a:spLocks noGrp="1"/>
          </p:cNvSpPr>
          <p:nvPr>
            <p:ph type="ftr" sz="quarter" idx="12"/>
          </p:nvPr>
        </p:nvSpPr>
        <p:spPr/>
        <p:txBody>
          <a:bodyPr/>
          <a:lstStyle/>
          <a:p>
            <a:r>
              <a:rPr lang="de-AT"/>
              <a:t>Fusszeile</a:t>
            </a:r>
          </a:p>
        </p:txBody>
      </p:sp>
      <p:sp>
        <p:nvSpPr>
          <p:cNvPr id="10" name="Foliennummernplatzhalter 9"/>
          <p:cNvSpPr>
            <a:spLocks noGrp="1"/>
          </p:cNvSpPr>
          <p:nvPr>
            <p:ph type="sldNum" sz="quarter" idx="13"/>
          </p:nvPr>
        </p:nvSpPr>
        <p:spPr/>
        <p:txBody>
          <a:bodyPr/>
          <a:lstStyle/>
          <a:p>
            <a:r>
              <a:rPr lang="de-AT"/>
              <a:t>SEITE </a:t>
            </a:r>
            <a:fld id="{BE3DC40E-DBBE-4E2D-9EEC-FBF0DA0E9179}" type="slidenum">
              <a:rPr lang="de-AT" smtClean="0"/>
              <a:t>‹#›</a:t>
            </a:fld>
            <a:endParaRPr lang="de-AT"/>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E3A7D816-8143-4089-A674-7FBE2F1D70EC}"/>
              </a:ext>
            </a:extLst>
          </p:cNvPr>
          <p:cNvPicPr>
            <a:picLocks noChangeAspect="1"/>
          </p:cNvPicPr>
          <p:nvPr userDrawn="1"/>
        </p:nvPicPr>
        <p:blipFill>
          <a:blip r:embed="rId17"/>
          <a:stretch>
            <a:fillRect/>
          </a:stretch>
        </p:blipFill>
        <p:spPr>
          <a:xfrm>
            <a:off x="7711621" y="288569"/>
            <a:ext cx="1170000" cy="617280"/>
          </a:xfrm>
          <a:prstGeom prst="rect">
            <a:avLst/>
          </a:prstGeom>
        </p:spPr>
      </p:pic>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de-AT"/>
              <a:t>Textmasterformate durch Klicken bearbeiten</a:t>
            </a:r>
          </a:p>
          <a:p>
            <a:pPr lvl="1"/>
            <a:r>
              <a:rPr lang="de-AT"/>
              <a:t>Zweite Ebene</a:t>
            </a:r>
          </a:p>
          <a:p>
            <a:pPr lvl="2"/>
            <a:r>
              <a:rPr lang="de-AT"/>
              <a:t>Dritte Ebene</a:t>
            </a:r>
          </a:p>
          <a:p>
            <a:pPr lvl="3"/>
            <a:r>
              <a:rPr lang="de-AT"/>
              <a:t>Vierte Ebene</a:t>
            </a:r>
          </a:p>
          <a:p>
            <a:pPr lvl="4"/>
            <a:r>
              <a:rPr lang="de-AT"/>
              <a:t>Fünfte Ebene</a:t>
            </a:r>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de-AT"/>
              <a:t>Fusszeile</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de-AT"/>
              <a:t>SEITE </a:t>
            </a:r>
            <a:fld id="{BE3DC40E-DBBE-4E2D-9EEC-FBF0DA0E9179}" type="slidenum">
              <a:rPr lang="de-AT" smtClean="0"/>
              <a:pPr/>
              <a:t>‹#›</a:t>
            </a:fld>
            <a:endParaRPr lang="de-AT"/>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EF16FBD4-A1A0-4C0D-8ECA-591A550A295A}" type="datetime1">
              <a:rPr lang="de-AT" smtClean="0"/>
              <a:pPr/>
              <a:t>25.06.2026</a:t>
            </a:fld>
            <a:endParaRPr lang="de-AT"/>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de-AT"/>
              <a:t>Titelmasterformat durch </a:t>
            </a:r>
            <a:br>
              <a:rPr lang="de-AT"/>
            </a:br>
            <a:r>
              <a:rPr lang="de-AT"/>
              <a:t>Klicken bearbeiten</a:t>
            </a:r>
          </a:p>
        </p:txBody>
      </p:sp>
      <p:pic>
        <p:nvPicPr>
          <p:cNvPr id="12" name="Grafik 11">
            <a:extLst>
              <a:ext uri="{FF2B5EF4-FFF2-40B4-BE49-F238E27FC236}">
                <a16:creationId xmlns:a16="http://schemas.microsoft.com/office/drawing/2014/main" id="{229F41FE-2827-48CB-9F30-E0C597752410}"/>
              </a:ext>
            </a:extLst>
          </p:cNvPr>
          <p:cNvPicPr>
            <a:picLocks noChangeAspect="1"/>
          </p:cNvPicPr>
          <p:nvPr userDrawn="1"/>
        </p:nvPicPr>
        <p:blipFill>
          <a:blip r:embed="rId18" cstate="hqprint">
            <a:extLst>
              <a:ext uri="{28A0092B-C50C-407E-A947-70E740481C1C}">
                <a14:useLocalDpi xmlns:a14="http://schemas.microsoft.com/office/drawing/2010/main" val="0"/>
              </a:ext>
            </a:extLst>
          </a:blip>
          <a:stretch>
            <a:fillRect/>
          </a:stretch>
        </p:blipFill>
        <p:spPr>
          <a:xfrm>
            <a:off x="7567613" y="5359721"/>
            <a:ext cx="1318058" cy="212131"/>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p15:clr>
            <a:srgbClr val="F26B43"/>
          </p15:clr>
        </p15:guide>
        <p15:guide id="3" pos="288">
          <p15:clr>
            <a:srgbClr val="F26B43"/>
          </p15:clr>
        </p15:guide>
        <p15:guide id="4" pos="5179">
          <p15:clr>
            <a:srgbClr val="F26B43"/>
          </p15:clr>
        </p15:guide>
        <p15:guide id="5" pos="5467">
          <p15:clr>
            <a:srgbClr val="F26B43"/>
          </p15:clr>
        </p15:guide>
        <p15:guide id="7" orient="horz" pos="3278">
          <p15:clr>
            <a:srgbClr val="F26B43"/>
          </p15:clr>
        </p15:guide>
        <p15:guide id="9" orient="horz" pos="182">
          <p15:clr>
            <a:srgbClr val="F26B43"/>
          </p15:clr>
        </p15:guide>
        <p15:guide id="10" orient="horz" pos="847">
          <p15:clr>
            <a:srgbClr val="F26B43"/>
          </p15:clr>
        </p15:guide>
        <p15:guide id="11" orient="horz" pos="351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mangrue/IDD-Resources" TargetMode="External"/><Relationship Id="rId2" Type="http://schemas.openxmlformats.org/officeDocument/2006/relationships/hyperlink" Target="https://github.com/sfu-discourse-lab/Misinformation_detection/blob/master/README.md" TargetMode="External"/><Relationship Id="rId1" Type="http://schemas.openxmlformats.org/officeDocument/2006/relationships/slideLayout" Target="../slideLayouts/slideLayout3.xml"/><Relationship Id="rId5" Type="http://schemas.openxmlformats.org/officeDocument/2006/relationships/hyperlink" Target="https://maartengr.github.io/BERTopic/index.html" TargetMode="External"/><Relationship Id="rId4" Type="http://schemas.openxmlformats.org/officeDocument/2006/relationships/hyperlink" Target="https://github.com/several27/FakeNewsCorpu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3.png"/><Relationship Id="rId1" Type="http://schemas.openxmlformats.org/officeDocument/2006/relationships/slideLayout" Target="../slideLayouts/slideLayout1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5.png"/><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 Id="rId4" Type="http://schemas.openxmlformats.org/officeDocument/2006/relationships/chart" Target="../charts/char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hyperlink" Target="https://www.wwf.de/aktuell/pinguine-auf-plastikmuellinsel/aufloesung/;Unsere" TargetMode="Externa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hyperlink" Target="http://flbs.umt.edu/;Legacy"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http://www.seriouslyfish.com/species/piaractus-brachypomus/;Piaractus"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hyperlink" Target="https://doi.org/10.3390/socsci14050304" TargetMode="External"/><Relationship Id="rId3" Type="http://schemas.openxmlformats.org/officeDocument/2006/relationships/hyperlink" Target="https://aclanthology.org/W18-5502/" TargetMode="External"/><Relationship Id="rId7" Type="http://schemas.openxmlformats.org/officeDocument/2006/relationships/hyperlink" Target="https://doi.org/10.1002/wcc.665" TargetMode="External"/><Relationship Id="rId2" Type="http://schemas.openxmlformats.org/officeDocument/2006/relationships/hyperlink" Target="https://www.sciencedirect.com/science/article/pii/S0950705126000493" TargetMode="External"/><Relationship Id="rId1" Type="http://schemas.openxmlformats.org/officeDocument/2006/relationships/slideLayout" Target="../slideLayouts/slideLayout3.xml"/><Relationship Id="rId6" Type="http://schemas.openxmlformats.org/officeDocument/2006/relationships/hyperlink" Target="https://doi.org/10.1007/s10551-024-05625-y" TargetMode="External"/><Relationship Id="rId11" Type="http://schemas.openxmlformats.org/officeDocument/2006/relationships/hyperlink" Target="https://www.weforum.org/publications/global-risks-report-2024/" TargetMode="External"/><Relationship Id="rId5" Type="http://schemas.openxmlformats.org/officeDocument/2006/relationships/hyperlink" Target="https://doi.org/10.1038/s41558-018-0368-6" TargetMode="External"/><Relationship Id="rId10" Type="http://schemas.openxmlformats.org/officeDocument/2006/relationships/hyperlink" Target="https://doi.org/10.1080/21670811.2021.2021377" TargetMode="External"/><Relationship Id="rId4" Type="http://schemas.openxmlformats.org/officeDocument/2006/relationships/hyperlink" Target="https://journals.sagepub.com/doi/full/10.1177/2053951719843310" TargetMode="External"/><Relationship Id="rId9" Type="http://schemas.openxmlformats.org/officeDocument/2006/relationships/hyperlink" Target="https://doi.org/10.1080/10584609.2019.1668894" TargetMode="Externa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4.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platzhalter 6"/>
          <p:cNvSpPr>
            <a:spLocks noGrp="1"/>
          </p:cNvSpPr>
          <p:nvPr>
            <p:ph type="body" sz="quarter" idx="11"/>
          </p:nvPr>
        </p:nvSpPr>
        <p:spPr/>
        <p:txBody>
          <a:bodyPr tIns="108000" bIns="108000"/>
          <a:lstStyle/>
          <a:p>
            <a:r>
              <a:rPr lang="en-GB" noProof="0"/>
              <a:t>Jean Marc Baquero - h12543815</a:t>
            </a:r>
          </a:p>
          <a:p>
            <a:r>
              <a:rPr lang="en-GB" noProof="0"/>
              <a:t>Grégoire Bouvier - h12543344</a:t>
            </a:r>
          </a:p>
        </p:txBody>
      </p:sp>
      <p:sp>
        <p:nvSpPr>
          <p:cNvPr id="8" name="Textplatzhalter 7"/>
          <p:cNvSpPr>
            <a:spLocks noGrp="1"/>
          </p:cNvSpPr>
          <p:nvPr>
            <p:ph type="body" sz="quarter" idx="12"/>
          </p:nvPr>
        </p:nvSpPr>
        <p:spPr/>
        <p:txBody>
          <a:bodyPr/>
          <a:lstStyle/>
          <a:p>
            <a:r>
              <a:rPr lang="en-GB" noProof="0"/>
              <a:t>2026</a:t>
            </a:r>
          </a:p>
        </p:txBody>
      </p:sp>
      <p:sp>
        <p:nvSpPr>
          <p:cNvPr id="5" name="Titel 4"/>
          <p:cNvSpPr>
            <a:spLocks noGrp="1"/>
          </p:cNvSpPr>
          <p:nvPr>
            <p:ph type="ctrTitle"/>
          </p:nvPr>
        </p:nvSpPr>
        <p:spPr>
          <a:xfrm>
            <a:off x="605406" y="1169995"/>
            <a:ext cx="5436000" cy="1026000"/>
          </a:xfrm>
        </p:spPr>
        <p:txBody>
          <a:bodyPr anchor="t"/>
          <a:lstStyle/>
          <a:p>
            <a:pPr lvl="0"/>
            <a:r>
              <a:rPr lang="en-GB" sz="2000" noProof="0"/>
              <a:t>Guarding the Guardians: Detecting Bias and Underlying Agendas in Environmental Fact-checking Using Machine Learning Approaches </a:t>
            </a:r>
          </a:p>
        </p:txBody>
      </p:sp>
      <p:sp>
        <p:nvSpPr>
          <p:cNvPr id="3" name="Untertitel 2"/>
          <p:cNvSpPr>
            <a:spLocks noGrp="1"/>
          </p:cNvSpPr>
          <p:nvPr>
            <p:ph type="subTitle" idx="1"/>
          </p:nvPr>
        </p:nvSpPr>
        <p:spPr>
          <a:xfrm>
            <a:off x="605406" y="818462"/>
            <a:ext cx="5436000" cy="351533"/>
          </a:xfrm>
        </p:spPr>
        <p:txBody>
          <a:bodyPr/>
          <a:lstStyle/>
          <a:p>
            <a:r>
              <a:rPr lang="en-GB" noProof="0"/>
              <a:t>Project Presentation – Team I</a:t>
            </a:r>
          </a:p>
        </p:txBody>
      </p:sp>
    </p:spTree>
    <p:extLst>
      <p:ext uri="{BB962C8B-B14F-4D97-AF65-F5344CB8AC3E}">
        <p14:creationId xmlns:p14="http://schemas.microsoft.com/office/powerpoint/2010/main" val="198723101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5C06C0-5A18-3DD2-0D48-54350B2834E4}"/>
              </a:ext>
            </a:extLst>
          </p:cNvPr>
          <p:cNvSpPr>
            <a:spLocks noGrp="1"/>
          </p:cNvSpPr>
          <p:nvPr>
            <p:ph idx="1"/>
          </p:nvPr>
        </p:nvSpPr>
        <p:spPr/>
        <p:txBody>
          <a:bodyPr>
            <a:normAutofit/>
          </a:bodyPr>
          <a:lstStyle/>
          <a:p>
            <a:r>
              <a:rPr lang="en-CA" b="1"/>
              <a:t>The Data Challenge in Misinformation Detection: Source Reputation vs. Content Veracity</a:t>
            </a:r>
            <a:r>
              <a:rPr lang="en-CA"/>
              <a:t> (2018)</a:t>
            </a:r>
          </a:p>
          <a:p>
            <a:pPr lvl="1"/>
            <a:r>
              <a:rPr lang="en-US"/>
              <a:t>Fatemeh Torabi Asr and Maite Taboada</a:t>
            </a:r>
          </a:p>
          <a:p>
            <a:pPr marL="266700" lvl="1" indent="0">
              <a:buNone/>
            </a:pPr>
            <a:endParaRPr lang="en-US"/>
          </a:p>
          <a:p>
            <a:r>
              <a:rPr lang="en-US" b="1"/>
              <a:t>Big Data and quality data for fake news and misinformation detection</a:t>
            </a:r>
            <a:r>
              <a:rPr lang="en-US"/>
              <a:t> (2019)</a:t>
            </a:r>
          </a:p>
          <a:p>
            <a:pPr lvl="1"/>
            <a:r>
              <a:rPr lang="en-US"/>
              <a:t>Fatemeh Torabi Asr and Maite Taboada</a:t>
            </a:r>
          </a:p>
          <a:p>
            <a:endParaRPr lang="en-GB" i="1"/>
          </a:p>
          <a:p>
            <a:r>
              <a:rPr lang="en-US" b="1"/>
              <a:t>A Comparison and Critical Reflection of Information Disorder Detection Techniques</a:t>
            </a:r>
            <a:r>
              <a:rPr lang="en-US"/>
              <a:t> (2026)</a:t>
            </a:r>
          </a:p>
          <a:p>
            <a:pPr lvl="1"/>
            <a:r>
              <a:rPr lang="en-US"/>
              <a:t>Mark Nicolas </a:t>
            </a:r>
            <a:r>
              <a:rPr lang="en-US" err="1"/>
              <a:t>Gruensteidl</a:t>
            </a:r>
            <a:r>
              <a:rPr lang="en-US"/>
              <a:t> and Sabrina Kirrane</a:t>
            </a:r>
            <a:endParaRPr lang="en-CA"/>
          </a:p>
          <a:p>
            <a:endParaRPr lang="en-CA"/>
          </a:p>
          <a:p>
            <a:endParaRPr lang="en-CA"/>
          </a:p>
        </p:txBody>
      </p:sp>
      <p:sp>
        <p:nvSpPr>
          <p:cNvPr id="5" name="Title 4">
            <a:extLst>
              <a:ext uri="{FF2B5EF4-FFF2-40B4-BE49-F238E27FC236}">
                <a16:creationId xmlns:a16="http://schemas.microsoft.com/office/drawing/2014/main" id="{38C9E352-E7ED-68F8-9121-8242CCC6FA79}"/>
              </a:ext>
            </a:extLst>
          </p:cNvPr>
          <p:cNvSpPr>
            <a:spLocks noGrp="1"/>
          </p:cNvSpPr>
          <p:nvPr>
            <p:ph type="title"/>
          </p:nvPr>
        </p:nvSpPr>
        <p:spPr/>
        <p:txBody>
          <a:bodyPr/>
          <a:lstStyle/>
          <a:p>
            <a:r>
              <a:rPr lang="fr-CA" err="1"/>
              <a:t>Existing</a:t>
            </a:r>
            <a:r>
              <a:rPr lang="fr-CA"/>
              <a:t> </a:t>
            </a:r>
            <a:r>
              <a:rPr lang="fr-CA" err="1"/>
              <a:t>Literature</a:t>
            </a:r>
            <a:r>
              <a:rPr lang="fr-CA"/>
              <a:t> (1)</a:t>
            </a:r>
            <a:endParaRPr lang="en-CA"/>
          </a:p>
        </p:txBody>
      </p:sp>
    </p:spTree>
    <p:extLst>
      <p:ext uri="{BB962C8B-B14F-4D97-AF65-F5344CB8AC3E}">
        <p14:creationId xmlns:p14="http://schemas.microsoft.com/office/powerpoint/2010/main" val="392598909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49F309-A804-8D2F-0D2C-7A378EAF34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01D408-15A5-1395-21FD-BC774C7304F3}"/>
              </a:ext>
            </a:extLst>
          </p:cNvPr>
          <p:cNvSpPr>
            <a:spLocks noGrp="1"/>
          </p:cNvSpPr>
          <p:nvPr>
            <p:ph idx="1"/>
          </p:nvPr>
        </p:nvSpPr>
        <p:spPr>
          <a:xfrm>
            <a:off x="462019" y="1344613"/>
            <a:ext cx="8005576" cy="3853905"/>
          </a:xfrm>
        </p:spPr>
        <p:txBody>
          <a:bodyPr>
            <a:normAutofit/>
          </a:bodyPr>
          <a:lstStyle/>
          <a:p>
            <a:r>
              <a:rPr lang="en-CA" b="1"/>
              <a:t>The Data Challenge in Misinformation Detection: Source Reputation vs. Content Veracity</a:t>
            </a:r>
            <a:r>
              <a:rPr lang="en-CA"/>
              <a:t> (2018)</a:t>
            </a:r>
          </a:p>
          <a:p>
            <a:r>
              <a:rPr lang="en-US"/>
              <a:t>Objective: To determine if models learn a publisher's writing style versus true deceptive cues by testing cross-domain generalization on individually labeled articles.</a:t>
            </a:r>
          </a:p>
          <a:p>
            <a:endParaRPr lang="en-CA"/>
          </a:p>
          <a:p>
            <a:endParaRPr lang="en-CA"/>
          </a:p>
        </p:txBody>
      </p:sp>
      <p:sp>
        <p:nvSpPr>
          <p:cNvPr id="5" name="Title 4">
            <a:extLst>
              <a:ext uri="{FF2B5EF4-FFF2-40B4-BE49-F238E27FC236}">
                <a16:creationId xmlns:a16="http://schemas.microsoft.com/office/drawing/2014/main" id="{4508E339-77FC-EDD5-36EA-2A4ECD5F5F94}"/>
              </a:ext>
            </a:extLst>
          </p:cNvPr>
          <p:cNvSpPr>
            <a:spLocks noGrp="1"/>
          </p:cNvSpPr>
          <p:nvPr>
            <p:ph type="title"/>
          </p:nvPr>
        </p:nvSpPr>
        <p:spPr/>
        <p:txBody>
          <a:bodyPr/>
          <a:lstStyle/>
          <a:p>
            <a:r>
              <a:rPr lang="fr-CA" err="1"/>
              <a:t>Existing</a:t>
            </a:r>
            <a:r>
              <a:rPr lang="fr-CA"/>
              <a:t> </a:t>
            </a:r>
            <a:r>
              <a:rPr lang="fr-CA" err="1"/>
              <a:t>Literature</a:t>
            </a:r>
            <a:r>
              <a:rPr lang="fr-CA"/>
              <a:t> (2)</a:t>
            </a:r>
            <a:endParaRPr lang="en-CA"/>
          </a:p>
        </p:txBody>
      </p:sp>
      <p:graphicFrame>
        <p:nvGraphicFramePr>
          <p:cNvPr id="6" name="Table 5">
            <a:extLst>
              <a:ext uri="{FF2B5EF4-FFF2-40B4-BE49-F238E27FC236}">
                <a16:creationId xmlns:a16="http://schemas.microsoft.com/office/drawing/2014/main" id="{4A8F14AA-9CB6-EE15-A061-7BA5FAD03589}"/>
              </a:ext>
            </a:extLst>
          </p:cNvPr>
          <p:cNvGraphicFramePr>
            <a:graphicFrameLocks noGrp="1"/>
          </p:cNvGraphicFramePr>
          <p:nvPr>
            <p:extLst>
              <p:ext uri="{D42A27DB-BD31-4B8C-83A1-F6EECF244321}">
                <p14:modId xmlns:p14="http://schemas.microsoft.com/office/powerpoint/2010/main" val="3313126158"/>
              </p:ext>
            </p:extLst>
          </p:nvPr>
        </p:nvGraphicFramePr>
        <p:xfrm>
          <a:off x="648408" y="2857500"/>
          <a:ext cx="7847184" cy="2475527"/>
        </p:xfrm>
        <a:graphic>
          <a:graphicData uri="http://schemas.openxmlformats.org/drawingml/2006/table">
            <a:tbl>
              <a:tblPr firstRow="1" bandRow="1">
                <a:tableStyleId>{5C22544A-7EE6-4342-B048-85BDC9FD1C3A}</a:tableStyleId>
              </a:tblPr>
              <a:tblGrid>
                <a:gridCol w="1969532">
                  <a:extLst>
                    <a:ext uri="{9D8B030D-6E8A-4147-A177-3AD203B41FA5}">
                      <a16:colId xmlns:a16="http://schemas.microsoft.com/office/drawing/2014/main" val="4107520367"/>
                    </a:ext>
                  </a:extLst>
                </a:gridCol>
                <a:gridCol w="1853852">
                  <a:extLst>
                    <a:ext uri="{9D8B030D-6E8A-4147-A177-3AD203B41FA5}">
                      <a16:colId xmlns:a16="http://schemas.microsoft.com/office/drawing/2014/main" val="834592526"/>
                    </a:ext>
                  </a:extLst>
                </a:gridCol>
                <a:gridCol w="4023800">
                  <a:extLst>
                    <a:ext uri="{9D8B030D-6E8A-4147-A177-3AD203B41FA5}">
                      <a16:colId xmlns:a16="http://schemas.microsoft.com/office/drawing/2014/main" val="249304676"/>
                    </a:ext>
                  </a:extLst>
                </a:gridCol>
              </a:tblGrid>
              <a:tr h="231251">
                <a:tc>
                  <a:txBody>
                    <a:bodyPr/>
                    <a:lstStyle/>
                    <a:p>
                      <a:r>
                        <a:rPr lang="en-CA" sz="1800" b="1" i="0" kern="1200">
                          <a:solidFill>
                            <a:schemeClr val="lt1"/>
                          </a:solidFill>
                          <a:effectLst/>
                          <a:latin typeface="+mn-lt"/>
                          <a:ea typeface="+mn-ea"/>
                          <a:cs typeface="+mn-cs"/>
                        </a:rPr>
                        <a:t>Methodology</a:t>
                      </a:r>
                      <a:endParaRPr lang="en-CA"/>
                    </a:p>
                  </a:txBody>
                  <a:tcPr/>
                </a:tc>
                <a:tc>
                  <a:txBody>
                    <a:bodyPr/>
                    <a:lstStyle/>
                    <a:p>
                      <a:r>
                        <a:rPr lang="en-CA" sz="1800" b="1" i="0" kern="1200">
                          <a:solidFill>
                            <a:schemeClr val="lt1"/>
                          </a:solidFill>
                          <a:effectLst/>
                          <a:latin typeface="+mn-lt"/>
                          <a:ea typeface="+mn-ea"/>
                          <a:cs typeface="+mn-cs"/>
                        </a:rPr>
                        <a:t>Datasets</a:t>
                      </a:r>
                      <a:endParaRPr lang="en-CA"/>
                    </a:p>
                  </a:txBody>
                  <a:tcPr/>
                </a:tc>
                <a:tc>
                  <a:txBody>
                    <a:bodyPr/>
                    <a:lstStyle/>
                    <a:p>
                      <a:r>
                        <a:rPr lang="en-CA" sz="1800" b="1" i="0" kern="1200">
                          <a:solidFill>
                            <a:schemeClr val="lt1"/>
                          </a:solidFill>
                          <a:effectLst/>
                          <a:latin typeface="+mn-lt"/>
                          <a:ea typeface="+mn-ea"/>
                          <a:cs typeface="+mn-cs"/>
                        </a:rPr>
                        <a:t>Main Findings</a:t>
                      </a:r>
                      <a:endParaRPr lang="en-CA"/>
                    </a:p>
                  </a:txBody>
                  <a:tcPr/>
                </a:tc>
                <a:extLst>
                  <a:ext uri="{0D108BD9-81ED-4DB2-BD59-A6C34878D82A}">
                    <a16:rowId xmlns:a16="http://schemas.microsoft.com/office/drawing/2014/main" val="362719724"/>
                  </a:ext>
                </a:extLst>
              </a:tr>
              <a:tr h="2109767">
                <a:tc>
                  <a:txBody>
                    <a:bodyPr/>
                    <a:lstStyle/>
                    <a:p>
                      <a:r>
                        <a:rPr lang="en-US" sz="1800" b="0" i="0" kern="1200">
                          <a:solidFill>
                            <a:schemeClr val="dk1"/>
                          </a:solidFill>
                          <a:effectLst/>
                          <a:latin typeface="+mn-lt"/>
                          <a:ea typeface="+mn-ea"/>
                          <a:cs typeface="+mn-cs"/>
                        </a:rPr>
                        <a:t>SVM classifier using unigram TF-IDF features</a:t>
                      </a:r>
                      <a:endParaRPr lang="en-CA" b="0"/>
                    </a:p>
                  </a:txBody>
                  <a:tcPr/>
                </a:tc>
                <a:tc>
                  <a:txBody>
                    <a:bodyPr/>
                    <a:lstStyle/>
                    <a:p>
                      <a:r>
                        <a:rPr lang="en-US" sz="1800" b="0" i="0" kern="1200">
                          <a:solidFill>
                            <a:schemeClr val="dk1"/>
                          </a:solidFill>
                          <a:effectLst/>
                          <a:latin typeface="+mn-lt"/>
                          <a:ea typeface="+mn-ea"/>
                          <a:cs typeface="+mn-cs"/>
                        </a:rPr>
                        <a:t>Rashkin et al. (reputation-based), Rubin et al. (satire), </a:t>
                      </a:r>
                      <a:r>
                        <a:rPr lang="en-US" sz="1800" b="1" i="0" kern="1200">
                          <a:solidFill>
                            <a:schemeClr val="dk1"/>
                          </a:solidFill>
                          <a:effectLst/>
                          <a:latin typeface="+mn-lt"/>
                          <a:ea typeface="+mn-ea"/>
                          <a:cs typeface="+mn-cs"/>
                        </a:rPr>
                        <a:t>BuzzFeedUS</a:t>
                      </a:r>
                      <a:r>
                        <a:rPr lang="en-US" sz="1800" b="0" i="0" kern="1200">
                          <a:solidFill>
                            <a:schemeClr val="dk1"/>
                          </a:solidFill>
                          <a:effectLst/>
                          <a:latin typeface="+mn-lt"/>
                          <a:ea typeface="+mn-ea"/>
                          <a:cs typeface="+mn-cs"/>
                        </a:rPr>
                        <a:t>, and </a:t>
                      </a:r>
                      <a:r>
                        <a:rPr lang="en-US" sz="1800" b="1" i="0" kern="1200">
                          <a:solidFill>
                            <a:schemeClr val="dk1"/>
                          </a:solidFill>
                          <a:effectLst/>
                          <a:latin typeface="+mn-lt"/>
                          <a:ea typeface="+mn-ea"/>
                          <a:cs typeface="+mn-cs"/>
                        </a:rPr>
                        <a:t>Snopes312</a:t>
                      </a:r>
                      <a:endParaRPr lang="en-CA"/>
                    </a:p>
                  </a:txBody>
                  <a:tcPr/>
                </a:tc>
                <a:tc>
                  <a:txBody>
                    <a:bodyPr/>
                    <a:lstStyle/>
                    <a:p>
                      <a:r>
                        <a:rPr lang="en-US" sz="1800" b="0" i="0" kern="1200">
                          <a:solidFill>
                            <a:schemeClr val="dk1"/>
                          </a:solidFill>
                          <a:effectLst/>
                          <a:latin typeface="+mn-lt"/>
                          <a:ea typeface="+mn-ea"/>
                          <a:cs typeface="+mn-cs"/>
                        </a:rPr>
                        <a:t>Model performance is heavily dependent on topic distribution.</a:t>
                      </a:r>
                    </a:p>
                    <a:p>
                      <a:endParaRPr lang="en-US" sz="1800" b="0" i="0" kern="1200">
                        <a:solidFill>
                          <a:schemeClr val="dk1"/>
                        </a:solidFill>
                        <a:effectLst/>
                        <a:latin typeface="+mn-lt"/>
                        <a:ea typeface="+mn-ea"/>
                        <a:cs typeface="+mn-cs"/>
                      </a:endParaRPr>
                    </a:p>
                    <a:p>
                      <a:r>
                        <a:rPr lang="en-US" sz="1800" b="0" i="0" kern="1200">
                          <a:solidFill>
                            <a:schemeClr val="dk1"/>
                          </a:solidFill>
                          <a:effectLst/>
                          <a:latin typeface="+mn-lt"/>
                          <a:ea typeface="+mn-ea"/>
                          <a:cs typeface="+mn-cs"/>
                        </a:rPr>
                        <a:t>Focused topics make detection more difficult (e.g.: elections).</a:t>
                      </a:r>
                      <a:endParaRPr lang="en-CA" b="0"/>
                    </a:p>
                  </a:txBody>
                  <a:tcPr/>
                </a:tc>
                <a:extLst>
                  <a:ext uri="{0D108BD9-81ED-4DB2-BD59-A6C34878D82A}">
                    <a16:rowId xmlns:a16="http://schemas.microsoft.com/office/drawing/2014/main" val="1252828120"/>
                  </a:ext>
                </a:extLst>
              </a:tr>
            </a:tbl>
          </a:graphicData>
        </a:graphic>
      </p:graphicFrame>
    </p:spTree>
    <p:extLst>
      <p:ext uri="{BB962C8B-B14F-4D97-AF65-F5344CB8AC3E}">
        <p14:creationId xmlns:p14="http://schemas.microsoft.com/office/powerpoint/2010/main" val="204355640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DB548D-50F5-E27E-A014-A43F2FAF66C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1FDF87-9592-1254-B22B-3E10F5D25541}"/>
              </a:ext>
            </a:extLst>
          </p:cNvPr>
          <p:cNvSpPr>
            <a:spLocks noGrp="1"/>
          </p:cNvSpPr>
          <p:nvPr>
            <p:ph idx="1"/>
          </p:nvPr>
        </p:nvSpPr>
        <p:spPr>
          <a:xfrm>
            <a:off x="462019" y="1344613"/>
            <a:ext cx="8005576" cy="3853905"/>
          </a:xfrm>
        </p:spPr>
        <p:txBody>
          <a:bodyPr>
            <a:normAutofit/>
          </a:bodyPr>
          <a:lstStyle/>
          <a:p>
            <a:r>
              <a:rPr lang="en-US" b="1"/>
              <a:t>Big Data and quality data for fake news and misinformation detection</a:t>
            </a:r>
            <a:r>
              <a:rPr lang="en-US"/>
              <a:t> (2019)</a:t>
            </a:r>
          </a:p>
          <a:p>
            <a:r>
              <a:rPr lang="en-US"/>
              <a:t>Objective: To review available datasets, identify gaps and imbalances via topic modeling, and advocate for higher-quality, reliably labeled "Big Data" for NLP system.</a:t>
            </a:r>
            <a:endParaRPr lang="en-CA"/>
          </a:p>
          <a:p>
            <a:endParaRPr lang="en-CA"/>
          </a:p>
        </p:txBody>
      </p:sp>
      <p:sp>
        <p:nvSpPr>
          <p:cNvPr id="5" name="Title 4">
            <a:extLst>
              <a:ext uri="{FF2B5EF4-FFF2-40B4-BE49-F238E27FC236}">
                <a16:creationId xmlns:a16="http://schemas.microsoft.com/office/drawing/2014/main" id="{35621540-3103-94CC-F6D4-67270E6D212A}"/>
              </a:ext>
            </a:extLst>
          </p:cNvPr>
          <p:cNvSpPr>
            <a:spLocks noGrp="1"/>
          </p:cNvSpPr>
          <p:nvPr>
            <p:ph type="title"/>
          </p:nvPr>
        </p:nvSpPr>
        <p:spPr/>
        <p:txBody>
          <a:bodyPr/>
          <a:lstStyle/>
          <a:p>
            <a:r>
              <a:rPr lang="fr-CA" err="1"/>
              <a:t>Existing</a:t>
            </a:r>
            <a:r>
              <a:rPr lang="fr-CA"/>
              <a:t> </a:t>
            </a:r>
            <a:r>
              <a:rPr lang="fr-CA" err="1"/>
              <a:t>Literature</a:t>
            </a:r>
            <a:r>
              <a:rPr lang="fr-CA"/>
              <a:t> (3)</a:t>
            </a:r>
            <a:endParaRPr lang="en-CA"/>
          </a:p>
        </p:txBody>
      </p:sp>
      <p:graphicFrame>
        <p:nvGraphicFramePr>
          <p:cNvPr id="6" name="Table 5">
            <a:extLst>
              <a:ext uri="{FF2B5EF4-FFF2-40B4-BE49-F238E27FC236}">
                <a16:creationId xmlns:a16="http://schemas.microsoft.com/office/drawing/2014/main" id="{85132548-A71D-472D-0B2A-9F49AB090DDB}"/>
              </a:ext>
            </a:extLst>
          </p:cNvPr>
          <p:cNvGraphicFramePr>
            <a:graphicFrameLocks noGrp="1"/>
          </p:cNvGraphicFramePr>
          <p:nvPr>
            <p:extLst>
              <p:ext uri="{D42A27DB-BD31-4B8C-83A1-F6EECF244321}">
                <p14:modId xmlns:p14="http://schemas.microsoft.com/office/powerpoint/2010/main" val="3440646871"/>
              </p:ext>
            </p:extLst>
          </p:nvPr>
        </p:nvGraphicFramePr>
        <p:xfrm>
          <a:off x="637504" y="2857500"/>
          <a:ext cx="7858088" cy="2475527"/>
        </p:xfrm>
        <a:graphic>
          <a:graphicData uri="http://schemas.openxmlformats.org/drawingml/2006/table">
            <a:tbl>
              <a:tblPr firstRow="1" bandRow="1">
                <a:tableStyleId>{5C22544A-7EE6-4342-B048-85BDC9FD1C3A}</a:tableStyleId>
              </a:tblPr>
              <a:tblGrid>
                <a:gridCol w="1980436">
                  <a:extLst>
                    <a:ext uri="{9D8B030D-6E8A-4147-A177-3AD203B41FA5}">
                      <a16:colId xmlns:a16="http://schemas.microsoft.com/office/drawing/2014/main" val="4107520367"/>
                    </a:ext>
                  </a:extLst>
                </a:gridCol>
                <a:gridCol w="1853852">
                  <a:extLst>
                    <a:ext uri="{9D8B030D-6E8A-4147-A177-3AD203B41FA5}">
                      <a16:colId xmlns:a16="http://schemas.microsoft.com/office/drawing/2014/main" val="834592526"/>
                    </a:ext>
                  </a:extLst>
                </a:gridCol>
                <a:gridCol w="4023800">
                  <a:extLst>
                    <a:ext uri="{9D8B030D-6E8A-4147-A177-3AD203B41FA5}">
                      <a16:colId xmlns:a16="http://schemas.microsoft.com/office/drawing/2014/main" val="249304676"/>
                    </a:ext>
                  </a:extLst>
                </a:gridCol>
              </a:tblGrid>
              <a:tr h="231251">
                <a:tc>
                  <a:txBody>
                    <a:bodyPr/>
                    <a:lstStyle/>
                    <a:p>
                      <a:r>
                        <a:rPr lang="en-CA" sz="1800" b="1" i="0" kern="1200">
                          <a:solidFill>
                            <a:schemeClr val="lt1"/>
                          </a:solidFill>
                          <a:effectLst/>
                          <a:latin typeface="+mn-lt"/>
                          <a:ea typeface="+mn-ea"/>
                          <a:cs typeface="+mn-cs"/>
                        </a:rPr>
                        <a:t>Methodology</a:t>
                      </a:r>
                      <a:endParaRPr lang="en-CA"/>
                    </a:p>
                  </a:txBody>
                  <a:tcPr/>
                </a:tc>
                <a:tc>
                  <a:txBody>
                    <a:bodyPr/>
                    <a:lstStyle/>
                    <a:p>
                      <a:r>
                        <a:rPr lang="en-CA" sz="1800" b="1" i="0" kern="1200">
                          <a:solidFill>
                            <a:schemeClr val="lt1"/>
                          </a:solidFill>
                          <a:effectLst/>
                          <a:latin typeface="+mn-lt"/>
                          <a:ea typeface="+mn-ea"/>
                          <a:cs typeface="+mn-cs"/>
                        </a:rPr>
                        <a:t>Datasets</a:t>
                      </a:r>
                      <a:endParaRPr lang="en-CA"/>
                    </a:p>
                  </a:txBody>
                  <a:tcPr/>
                </a:tc>
                <a:tc>
                  <a:txBody>
                    <a:bodyPr/>
                    <a:lstStyle/>
                    <a:p>
                      <a:r>
                        <a:rPr lang="en-CA" sz="1800" b="1" i="0" kern="1200">
                          <a:solidFill>
                            <a:schemeClr val="lt1"/>
                          </a:solidFill>
                          <a:effectLst/>
                          <a:latin typeface="+mn-lt"/>
                          <a:ea typeface="+mn-ea"/>
                          <a:cs typeface="+mn-cs"/>
                        </a:rPr>
                        <a:t>Main Findings</a:t>
                      </a:r>
                      <a:endParaRPr lang="en-CA"/>
                    </a:p>
                  </a:txBody>
                  <a:tcPr/>
                </a:tc>
                <a:extLst>
                  <a:ext uri="{0D108BD9-81ED-4DB2-BD59-A6C34878D82A}">
                    <a16:rowId xmlns:a16="http://schemas.microsoft.com/office/drawing/2014/main" val="362719724"/>
                  </a:ext>
                </a:extLst>
              </a:tr>
              <a:tr h="2109767">
                <a:tc>
                  <a:txBody>
                    <a:bodyPr/>
                    <a:lstStyle/>
                    <a:p>
                      <a:r>
                        <a:rPr lang="en-US" sz="1800" b="0" i="0" kern="1200">
                          <a:solidFill>
                            <a:schemeClr val="dk1"/>
                          </a:solidFill>
                          <a:effectLst/>
                          <a:latin typeface="+mn-lt"/>
                          <a:ea typeface="+mn-ea"/>
                          <a:cs typeface="+mn-cs"/>
                        </a:rPr>
                        <a:t>Topic modeling using Latent Dirichlet Allocation (LDA) to map topic density</a:t>
                      </a:r>
                      <a:endParaRPr lang="en-CA" b="0"/>
                    </a:p>
                  </a:txBody>
                  <a:tcPr/>
                </a:tc>
                <a:tc>
                  <a:txBody>
                    <a:bodyPr/>
                    <a:lstStyle/>
                    <a:p>
                      <a:r>
                        <a:rPr lang="en-US" sz="1800" b="1" i="0" kern="1200">
                          <a:solidFill>
                            <a:schemeClr val="dk1"/>
                          </a:solidFill>
                          <a:effectLst/>
                          <a:latin typeface="+mn-lt"/>
                          <a:ea typeface="+mn-ea"/>
                          <a:cs typeface="+mn-cs"/>
                        </a:rPr>
                        <a:t>MisInfoText</a:t>
                      </a:r>
                      <a:r>
                        <a:rPr lang="en-US" sz="1800" b="0" i="0" kern="1200">
                          <a:solidFill>
                            <a:schemeClr val="dk1"/>
                          </a:solidFill>
                          <a:effectLst/>
                          <a:latin typeface="+mn-lt"/>
                          <a:ea typeface="+mn-ea"/>
                          <a:cs typeface="+mn-cs"/>
                        </a:rPr>
                        <a:t> </a:t>
                      </a:r>
                      <a:r>
                        <a:rPr lang="en-US" sz="1800" b="1" i="0" kern="1200">
                          <a:solidFill>
                            <a:schemeClr val="dk1"/>
                          </a:solidFill>
                          <a:effectLst/>
                          <a:latin typeface="+mn-lt"/>
                          <a:ea typeface="+mn-ea"/>
                          <a:cs typeface="+mn-cs"/>
                        </a:rPr>
                        <a:t>repository</a:t>
                      </a:r>
                      <a:r>
                        <a:rPr lang="en-US" sz="1800" b="0" i="0" kern="1200">
                          <a:solidFill>
                            <a:schemeClr val="dk1"/>
                          </a:solidFill>
                          <a:effectLst/>
                          <a:latin typeface="+mn-lt"/>
                          <a:ea typeface="+mn-ea"/>
                          <a:cs typeface="+mn-cs"/>
                        </a:rPr>
                        <a:t> (BuzzFeed, Snopes, Emergent)</a:t>
                      </a:r>
                      <a:endParaRPr lang="en-CA"/>
                    </a:p>
                  </a:txBody>
                  <a:tcPr/>
                </a:tc>
                <a:tc>
                  <a:txBody>
                    <a:bodyPr/>
                    <a:lstStyle/>
                    <a:p>
                      <a:r>
                        <a:rPr lang="en-US" sz="1800" b="0" i="0" kern="1200">
                          <a:solidFill>
                            <a:schemeClr val="dk1"/>
                          </a:solidFill>
                          <a:effectLst/>
                          <a:latin typeface="+mn-lt"/>
                          <a:ea typeface="+mn-ea"/>
                          <a:cs typeface="+mn-cs"/>
                        </a:rPr>
                        <a:t>A major challenge exists due to a lack of quality/balanced data (Technology and economy topics are often underrepresented). Topic variety is essential to prevent models from learning </a:t>
                      </a:r>
                      <a:r>
                        <a:rPr lang="en-US" sz="1800" b="1" i="0" kern="1200">
                          <a:solidFill>
                            <a:schemeClr val="dk1"/>
                          </a:solidFill>
                          <a:effectLst/>
                          <a:latin typeface="+mn-lt"/>
                          <a:ea typeface="+mn-ea"/>
                          <a:cs typeface="+mn-cs"/>
                        </a:rPr>
                        <a:t>vocabulary biases</a:t>
                      </a:r>
                      <a:r>
                        <a:rPr lang="en-US" sz="1800" b="0" i="0" kern="1200">
                          <a:solidFill>
                            <a:schemeClr val="dk1"/>
                          </a:solidFill>
                          <a:effectLst/>
                          <a:latin typeface="+mn-lt"/>
                          <a:ea typeface="+mn-ea"/>
                          <a:cs typeface="+mn-cs"/>
                        </a:rPr>
                        <a:t>.</a:t>
                      </a:r>
                      <a:endParaRPr lang="en-CA" b="0"/>
                    </a:p>
                  </a:txBody>
                  <a:tcPr/>
                </a:tc>
                <a:extLst>
                  <a:ext uri="{0D108BD9-81ED-4DB2-BD59-A6C34878D82A}">
                    <a16:rowId xmlns:a16="http://schemas.microsoft.com/office/drawing/2014/main" val="1252828120"/>
                  </a:ext>
                </a:extLst>
              </a:tr>
            </a:tbl>
          </a:graphicData>
        </a:graphic>
      </p:graphicFrame>
    </p:spTree>
    <p:extLst>
      <p:ext uri="{BB962C8B-B14F-4D97-AF65-F5344CB8AC3E}">
        <p14:creationId xmlns:p14="http://schemas.microsoft.com/office/powerpoint/2010/main" val="279898593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C1A42F-4961-AA2B-8D1B-9D9AA30615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13A246-7192-E08F-0B08-2C86B29C6104}"/>
              </a:ext>
            </a:extLst>
          </p:cNvPr>
          <p:cNvSpPr>
            <a:spLocks noGrp="1"/>
          </p:cNvSpPr>
          <p:nvPr>
            <p:ph idx="1"/>
          </p:nvPr>
        </p:nvSpPr>
        <p:spPr>
          <a:xfrm>
            <a:off x="462019" y="1344613"/>
            <a:ext cx="8005576" cy="3853905"/>
          </a:xfrm>
        </p:spPr>
        <p:txBody>
          <a:bodyPr>
            <a:normAutofit/>
          </a:bodyPr>
          <a:lstStyle/>
          <a:p>
            <a:r>
              <a:rPr lang="en-US" b="1"/>
              <a:t>A Comparison and Critical Reflection of Information Disorder Detection Techniques</a:t>
            </a:r>
            <a:r>
              <a:rPr lang="en-US"/>
              <a:t> (2026)</a:t>
            </a:r>
          </a:p>
          <a:p>
            <a:r>
              <a:rPr lang="en-US"/>
              <a:t>Objective: To evaluate the state-of-the-art models in detection through cross-data, and cross-model analysis, with a focus on European contextual data.</a:t>
            </a:r>
            <a:endParaRPr lang="en-CA"/>
          </a:p>
        </p:txBody>
      </p:sp>
      <p:sp>
        <p:nvSpPr>
          <p:cNvPr id="5" name="Title 4">
            <a:extLst>
              <a:ext uri="{FF2B5EF4-FFF2-40B4-BE49-F238E27FC236}">
                <a16:creationId xmlns:a16="http://schemas.microsoft.com/office/drawing/2014/main" id="{3278E4CE-3A24-B5D2-8148-2A72F2E9D730}"/>
              </a:ext>
            </a:extLst>
          </p:cNvPr>
          <p:cNvSpPr>
            <a:spLocks noGrp="1"/>
          </p:cNvSpPr>
          <p:nvPr>
            <p:ph type="title"/>
          </p:nvPr>
        </p:nvSpPr>
        <p:spPr/>
        <p:txBody>
          <a:bodyPr/>
          <a:lstStyle/>
          <a:p>
            <a:r>
              <a:rPr lang="fr-CA" err="1"/>
              <a:t>Existing</a:t>
            </a:r>
            <a:r>
              <a:rPr lang="fr-CA"/>
              <a:t> </a:t>
            </a:r>
            <a:r>
              <a:rPr lang="fr-CA" err="1"/>
              <a:t>Literature</a:t>
            </a:r>
            <a:r>
              <a:rPr lang="fr-CA"/>
              <a:t> (4)</a:t>
            </a:r>
            <a:endParaRPr lang="en-CA"/>
          </a:p>
        </p:txBody>
      </p:sp>
      <p:graphicFrame>
        <p:nvGraphicFramePr>
          <p:cNvPr id="6" name="Table 5">
            <a:extLst>
              <a:ext uri="{FF2B5EF4-FFF2-40B4-BE49-F238E27FC236}">
                <a16:creationId xmlns:a16="http://schemas.microsoft.com/office/drawing/2014/main" id="{CBAAA921-2288-18DE-95C2-723E737260EA}"/>
              </a:ext>
            </a:extLst>
          </p:cNvPr>
          <p:cNvGraphicFramePr>
            <a:graphicFrameLocks noGrp="1"/>
          </p:cNvGraphicFramePr>
          <p:nvPr>
            <p:extLst>
              <p:ext uri="{D42A27DB-BD31-4B8C-83A1-F6EECF244321}">
                <p14:modId xmlns:p14="http://schemas.microsoft.com/office/powerpoint/2010/main" val="2307902693"/>
              </p:ext>
            </p:extLst>
          </p:nvPr>
        </p:nvGraphicFramePr>
        <p:xfrm>
          <a:off x="648408" y="2857500"/>
          <a:ext cx="7847184" cy="2475527"/>
        </p:xfrm>
        <a:graphic>
          <a:graphicData uri="http://schemas.openxmlformats.org/drawingml/2006/table">
            <a:tbl>
              <a:tblPr firstRow="1" bandRow="1">
                <a:tableStyleId>{5C22544A-7EE6-4342-B048-85BDC9FD1C3A}</a:tableStyleId>
              </a:tblPr>
              <a:tblGrid>
                <a:gridCol w="1969532">
                  <a:extLst>
                    <a:ext uri="{9D8B030D-6E8A-4147-A177-3AD203B41FA5}">
                      <a16:colId xmlns:a16="http://schemas.microsoft.com/office/drawing/2014/main" val="4107520367"/>
                    </a:ext>
                  </a:extLst>
                </a:gridCol>
                <a:gridCol w="2089527">
                  <a:extLst>
                    <a:ext uri="{9D8B030D-6E8A-4147-A177-3AD203B41FA5}">
                      <a16:colId xmlns:a16="http://schemas.microsoft.com/office/drawing/2014/main" val="834592526"/>
                    </a:ext>
                  </a:extLst>
                </a:gridCol>
                <a:gridCol w="3788125">
                  <a:extLst>
                    <a:ext uri="{9D8B030D-6E8A-4147-A177-3AD203B41FA5}">
                      <a16:colId xmlns:a16="http://schemas.microsoft.com/office/drawing/2014/main" val="249304676"/>
                    </a:ext>
                  </a:extLst>
                </a:gridCol>
              </a:tblGrid>
              <a:tr h="231251">
                <a:tc>
                  <a:txBody>
                    <a:bodyPr/>
                    <a:lstStyle/>
                    <a:p>
                      <a:r>
                        <a:rPr lang="en-CA" sz="1800" b="1" i="0" kern="1200">
                          <a:solidFill>
                            <a:schemeClr val="lt1"/>
                          </a:solidFill>
                          <a:effectLst/>
                          <a:latin typeface="+mn-lt"/>
                          <a:ea typeface="+mn-ea"/>
                          <a:cs typeface="+mn-cs"/>
                        </a:rPr>
                        <a:t>Methodology</a:t>
                      </a:r>
                      <a:endParaRPr lang="en-CA"/>
                    </a:p>
                  </a:txBody>
                  <a:tcPr/>
                </a:tc>
                <a:tc>
                  <a:txBody>
                    <a:bodyPr/>
                    <a:lstStyle/>
                    <a:p>
                      <a:r>
                        <a:rPr lang="en-CA" sz="1800" b="1" i="0" kern="1200">
                          <a:solidFill>
                            <a:schemeClr val="lt1"/>
                          </a:solidFill>
                          <a:effectLst/>
                          <a:latin typeface="+mn-lt"/>
                          <a:ea typeface="+mn-ea"/>
                          <a:cs typeface="+mn-cs"/>
                        </a:rPr>
                        <a:t>Datasets</a:t>
                      </a:r>
                      <a:endParaRPr lang="en-CA"/>
                    </a:p>
                  </a:txBody>
                  <a:tcPr/>
                </a:tc>
                <a:tc>
                  <a:txBody>
                    <a:bodyPr/>
                    <a:lstStyle/>
                    <a:p>
                      <a:r>
                        <a:rPr lang="en-CA" sz="1800" b="1" i="0" kern="1200">
                          <a:solidFill>
                            <a:schemeClr val="lt1"/>
                          </a:solidFill>
                          <a:effectLst/>
                          <a:latin typeface="+mn-lt"/>
                          <a:ea typeface="+mn-ea"/>
                          <a:cs typeface="+mn-cs"/>
                        </a:rPr>
                        <a:t>Main Findings</a:t>
                      </a:r>
                      <a:endParaRPr lang="en-CA"/>
                    </a:p>
                  </a:txBody>
                  <a:tcPr/>
                </a:tc>
                <a:extLst>
                  <a:ext uri="{0D108BD9-81ED-4DB2-BD59-A6C34878D82A}">
                    <a16:rowId xmlns:a16="http://schemas.microsoft.com/office/drawing/2014/main" val="362719724"/>
                  </a:ext>
                </a:extLst>
              </a:tr>
              <a:tr h="2109767">
                <a:tc>
                  <a:txBody>
                    <a:bodyPr/>
                    <a:lstStyle/>
                    <a:p>
                      <a:r>
                        <a:rPr lang="en-US" sz="1800" b="0" i="0" kern="1200">
                          <a:solidFill>
                            <a:schemeClr val="dk1"/>
                          </a:solidFill>
                          <a:effectLst/>
                          <a:latin typeface="+mn-lt"/>
                          <a:ea typeface="+mn-ea"/>
                          <a:cs typeface="+mn-cs"/>
                        </a:rPr>
                        <a:t>Comparison of BERT, RoBERTa, ALBERT, DeBERTa, and Longformer models</a:t>
                      </a:r>
                      <a:endParaRPr lang="en-CA" b="0"/>
                    </a:p>
                  </a:txBody>
                  <a:tcPr/>
                </a:tc>
                <a:tc>
                  <a:txBody>
                    <a:bodyPr/>
                    <a:lstStyle/>
                    <a:p>
                      <a:r>
                        <a:rPr lang="en-US" sz="1800" b="0" i="0" kern="1200">
                          <a:solidFill>
                            <a:schemeClr val="dk1"/>
                          </a:solidFill>
                          <a:effectLst/>
                          <a:latin typeface="+mn-lt"/>
                          <a:ea typeface="+mn-ea"/>
                          <a:cs typeface="+mn-cs"/>
                        </a:rPr>
                        <a:t>ISOT, BuzzFeed, LIAR, NELA-GT, and </a:t>
                      </a:r>
                      <a:r>
                        <a:rPr lang="en-US" sz="1800" b="1" i="0" kern="1200">
                          <a:solidFill>
                            <a:schemeClr val="dk1"/>
                          </a:solidFill>
                          <a:effectLst/>
                          <a:latin typeface="+mn-lt"/>
                          <a:ea typeface="+mn-ea"/>
                          <a:cs typeface="+mn-cs"/>
                        </a:rPr>
                        <a:t>MENA </a:t>
                      </a:r>
                      <a:r>
                        <a:rPr lang="en-US" sz="1800" b="0" i="0" kern="1200">
                          <a:solidFill>
                            <a:schemeClr val="dk1"/>
                          </a:solidFill>
                          <a:effectLst/>
                          <a:latin typeface="+mn-lt"/>
                          <a:ea typeface="+mn-ea"/>
                          <a:cs typeface="+mn-cs"/>
                        </a:rPr>
                        <a:t>(Mixed European News Articles)</a:t>
                      </a:r>
                      <a:endParaRPr lang="en-CA"/>
                    </a:p>
                  </a:txBody>
                  <a:tcPr/>
                </a:tc>
                <a:tc>
                  <a:txBody>
                    <a:bodyPr/>
                    <a:lstStyle/>
                    <a:p>
                      <a:r>
                        <a:rPr lang="en-CA" sz="1800" b="1" i="0" u="none" strike="noStrike" kern="1200" baseline="0">
                          <a:solidFill>
                            <a:schemeClr val="dk1"/>
                          </a:solidFill>
                          <a:latin typeface="+mn-lt"/>
                          <a:ea typeface="+mn-ea"/>
                          <a:cs typeface="+mn-cs"/>
                        </a:rPr>
                        <a:t>RoBERTa-1</a:t>
                      </a:r>
                      <a:r>
                        <a:rPr lang="en-US" sz="1800" b="1" i="0" kern="1200">
                          <a:solidFill>
                            <a:schemeClr val="dk1"/>
                          </a:solidFill>
                          <a:effectLst/>
                          <a:latin typeface="+mn-lt"/>
                          <a:ea typeface="+mn-ea"/>
                          <a:cs typeface="+mn-cs"/>
                        </a:rPr>
                        <a:t> </a:t>
                      </a:r>
                      <a:r>
                        <a:rPr lang="en-US" sz="1800" b="0" i="0" kern="1200">
                          <a:solidFill>
                            <a:schemeClr val="dk1"/>
                          </a:solidFill>
                          <a:effectLst/>
                          <a:latin typeface="+mn-lt"/>
                          <a:ea typeface="+mn-ea"/>
                          <a:cs typeface="+mn-cs"/>
                        </a:rPr>
                        <a:t>and</a:t>
                      </a:r>
                      <a:r>
                        <a:rPr lang="en-US" sz="1800" b="1" i="0" kern="1200">
                          <a:solidFill>
                            <a:schemeClr val="dk1"/>
                          </a:solidFill>
                          <a:effectLst/>
                          <a:latin typeface="+mn-lt"/>
                          <a:ea typeface="+mn-ea"/>
                          <a:cs typeface="+mn-cs"/>
                        </a:rPr>
                        <a:t> Longformer</a:t>
                      </a:r>
                      <a:r>
                        <a:rPr lang="en-US" sz="1800" b="0" i="0" kern="1200">
                          <a:solidFill>
                            <a:schemeClr val="dk1"/>
                          </a:solidFill>
                          <a:effectLst/>
                          <a:latin typeface="+mn-lt"/>
                          <a:ea typeface="+mn-ea"/>
                          <a:cs typeface="+mn-cs"/>
                        </a:rPr>
                        <a:t> are the most effective models. Domain-specific fine-tuning significantly improves model robustness.</a:t>
                      </a:r>
                      <a:endParaRPr lang="en-CA" b="0"/>
                    </a:p>
                  </a:txBody>
                  <a:tcPr/>
                </a:tc>
                <a:extLst>
                  <a:ext uri="{0D108BD9-81ED-4DB2-BD59-A6C34878D82A}">
                    <a16:rowId xmlns:a16="http://schemas.microsoft.com/office/drawing/2014/main" val="1252828120"/>
                  </a:ext>
                </a:extLst>
              </a:tr>
            </a:tbl>
          </a:graphicData>
        </a:graphic>
      </p:graphicFrame>
    </p:spTree>
    <p:extLst>
      <p:ext uri="{BB962C8B-B14F-4D97-AF65-F5344CB8AC3E}">
        <p14:creationId xmlns:p14="http://schemas.microsoft.com/office/powerpoint/2010/main" val="194638965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2E890B-7A35-A559-AFAF-2095A1861595}"/>
              </a:ext>
            </a:extLst>
          </p:cNvPr>
          <p:cNvSpPr>
            <a:spLocks noGrp="1"/>
          </p:cNvSpPr>
          <p:nvPr>
            <p:ph idx="1"/>
          </p:nvPr>
        </p:nvSpPr>
        <p:spPr/>
        <p:txBody>
          <a:bodyPr>
            <a:normAutofit/>
          </a:bodyPr>
          <a:lstStyle/>
          <a:p>
            <a:r>
              <a:rPr lang="en-GB" i="1"/>
              <a:t>Which datasets / data sources will you work with?</a:t>
            </a:r>
          </a:p>
          <a:p>
            <a:pPr lvl="1"/>
            <a:r>
              <a:rPr lang="en-CA" b="1" err="1"/>
              <a:t>Misinformation_detection</a:t>
            </a:r>
            <a:r>
              <a:rPr lang="en-CA" b="1"/>
              <a:t> </a:t>
            </a:r>
            <a:r>
              <a:rPr lang="en-GB" sz="1600"/>
              <a:t>(2018) on GitHub: </a:t>
            </a:r>
            <a:r>
              <a:rPr lang="en-GB" sz="1600" u="sng">
                <a:hlinkClick r:id="rId2"/>
              </a:rPr>
              <a:t>https://github.com/sfu-discourse-lab/Misinformation_detection/blob/master/README.md</a:t>
            </a:r>
            <a:endParaRPr lang="en-CA" sz="1600"/>
          </a:p>
          <a:p>
            <a:pPr lvl="1"/>
            <a:r>
              <a:rPr lang="en-CA" sz="1600" b="1"/>
              <a:t>IDD-Resources</a:t>
            </a:r>
            <a:r>
              <a:rPr lang="en-CA" sz="1600"/>
              <a:t> (2025) on GitHub: </a:t>
            </a:r>
            <a:r>
              <a:rPr lang="en-CA" sz="1600">
                <a:hlinkClick r:id="rId3"/>
              </a:rPr>
              <a:t>https://github.com/mangrue/IDD-Resources</a:t>
            </a:r>
            <a:endParaRPr lang="en-CA" sz="1600"/>
          </a:p>
          <a:p>
            <a:pPr lvl="1"/>
            <a:r>
              <a:rPr lang="en-CA" b="1" err="1"/>
              <a:t>FakeNewsCorpus</a:t>
            </a:r>
            <a:r>
              <a:rPr lang="en-CA"/>
              <a:t> (2020) on GitHub: </a:t>
            </a:r>
            <a:r>
              <a:rPr lang="en-GB" u="sng">
                <a:hlinkClick r:id="rId4"/>
              </a:rPr>
              <a:t>https://github.com/several27/FakeNewsCorpus</a:t>
            </a:r>
            <a:endParaRPr lang="en-GB" u="sng"/>
          </a:p>
          <a:p>
            <a:pPr marL="266700" lvl="1" indent="0">
              <a:buNone/>
            </a:pPr>
            <a:endParaRPr lang="en-GB" i="1"/>
          </a:p>
          <a:p>
            <a:r>
              <a:rPr lang="en-GB" i="1"/>
              <a:t>Which tools/algorithms/models/metrics do you plan to employ?</a:t>
            </a:r>
          </a:p>
          <a:p>
            <a:pPr lvl="1"/>
            <a:r>
              <a:rPr lang="en-US" sz="1600">
                <a:solidFill>
                  <a:schemeClr val="dk1"/>
                </a:solidFill>
              </a:rPr>
              <a:t>Latent Dirichlet Allocation (LDA)</a:t>
            </a:r>
          </a:p>
          <a:p>
            <a:pPr lvl="1"/>
            <a:r>
              <a:rPr lang="fr-FR" err="1"/>
              <a:t>BERTopic</a:t>
            </a:r>
            <a:r>
              <a:rPr lang="fr-FR"/>
              <a:t>: </a:t>
            </a:r>
            <a:r>
              <a:rPr lang="fr-FR" u="sng">
                <a:hlinkClick r:id="rId5"/>
              </a:rPr>
              <a:t>https://maartengr.github.io/BERTopic/index.html</a:t>
            </a:r>
            <a:endParaRPr lang="fr-FR"/>
          </a:p>
          <a:p>
            <a:endParaRPr lang="en-CA"/>
          </a:p>
        </p:txBody>
      </p:sp>
      <p:sp>
        <p:nvSpPr>
          <p:cNvPr id="5" name="Title 4">
            <a:extLst>
              <a:ext uri="{FF2B5EF4-FFF2-40B4-BE49-F238E27FC236}">
                <a16:creationId xmlns:a16="http://schemas.microsoft.com/office/drawing/2014/main" id="{A9C97B82-3A09-BC3A-0968-F76D742B5935}"/>
              </a:ext>
            </a:extLst>
          </p:cNvPr>
          <p:cNvSpPr>
            <a:spLocks noGrp="1"/>
          </p:cNvSpPr>
          <p:nvPr>
            <p:ph type="title"/>
          </p:nvPr>
        </p:nvSpPr>
        <p:spPr/>
        <p:txBody>
          <a:bodyPr/>
          <a:lstStyle/>
          <a:p>
            <a:r>
              <a:rPr lang="fr-CA" err="1"/>
              <a:t>Research</a:t>
            </a:r>
            <a:r>
              <a:rPr lang="fr-CA"/>
              <a:t> </a:t>
            </a:r>
            <a:r>
              <a:rPr lang="fr-CA" err="1"/>
              <a:t>Methodology</a:t>
            </a:r>
            <a:endParaRPr lang="en-CA"/>
          </a:p>
        </p:txBody>
      </p:sp>
    </p:spTree>
    <p:extLst>
      <p:ext uri="{BB962C8B-B14F-4D97-AF65-F5344CB8AC3E}">
        <p14:creationId xmlns:p14="http://schemas.microsoft.com/office/powerpoint/2010/main" val="228774972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77EBDC-6DC8-A5B1-4CFD-20EAFA918522}"/>
              </a:ext>
            </a:extLst>
          </p:cNvPr>
          <p:cNvSpPr>
            <a:spLocks noGrp="1"/>
          </p:cNvSpPr>
          <p:nvPr>
            <p:ph idx="1"/>
          </p:nvPr>
        </p:nvSpPr>
        <p:spPr/>
        <p:txBody>
          <a:bodyPr>
            <a:normAutofit fontScale="92500" lnSpcReduction="20000"/>
          </a:bodyPr>
          <a:lstStyle/>
          <a:p>
            <a:pPr marL="0" indent="0">
              <a:buNone/>
            </a:pPr>
            <a:r>
              <a:rPr lang="en-GB" i="1"/>
              <a:t>Tasks and Milestones: </a:t>
            </a:r>
          </a:p>
          <a:p>
            <a:pPr marL="0" indent="0">
              <a:buNone/>
            </a:pPr>
            <a:endParaRPr lang="en-GB" i="1"/>
          </a:p>
          <a:p>
            <a:pPr marL="342900" indent="-342900">
              <a:buFont typeface="+mj-lt"/>
              <a:buAutoNum type="arabicPeriod"/>
            </a:pPr>
            <a:r>
              <a:rPr lang="en-GB" i="1"/>
              <a:t>Curate a sub-dataset with environment articles - 29.5.2026.</a:t>
            </a:r>
          </a:p>
          <a:p>
            <a:pPr marL="615950" lvl="1" indent="-342900">
              <a:buFont typeface="+mj-lt"/>
              <a:buAutoNum type="arabicPeriod"/>
            </a:pPr>
            <a:r>
              <a:rPr lang="en-GB" i="1"/>
              <a:t>Sub-dataset des 3 datasets – clean-up &gt;JM </a:t>
            </a:r>
          </a:p>
          <a:p>
            <a:pPr marL="342900" indent="-342900">
              <a:buFont typeface="+mj-lt"/>
              <a:buAutoNum type="arabicPeriod"/>
            </a:pPr>
            <a:r>
              <a:rPr lang="en-GB" i="1"/>
              <a:t>Use LDA, </a:t>
            </a:r>
            <a:r>
              <a:rPr lang="fr-FR" i="1" err="1"/>
              <a:t>BERTopic</a:t>
            </a:r>
            <a:r>
              <a:rPr lang="en-GB" i="1"/>
              <a:t> to map subjects of contention – 5.6.2026</a:t>
            </a:r>
          </a:p>
          <a:p>
            <a:pPr marL="615950" lvl="1" indent="-342900">
              <a:buFont typeface="+mj-lt"/>
              <a:buAutoNum type="arabicPeriod"/>
            </a:pPr>
            <a:r>
              <a:rPr lang="en-GB" i="1" err="1"/>
              <a:t>Trouver</a:t>
            </a:r>
            <a:r>
              <a:rPr lang="en-GB" i="1"/>
              <a:t> les </a:t>
            </a:r>
            <a:r>
              <a:rPr lang="en-GB" i="1" err="1"/>
              <a:t>sujets</a:t>
            </a:r>
            <a:r>
              <a:rPr lang="en-GB" i="1"/>
              <a:t> de </a:t>
            </a:r>
            <a:r>
              <a:rPr lang="en-GB" i="1" err="1"/>
              <a:t>contentieux</a:t>
            </a:r>
            <a:r>
              <a:rPr lang="en-GB" i="1"/>
              <a:t> &gt;BG</a:t>
            </a:r>
          </a:p>
          <a:p>
            <a:pPr marL="615950" lvl="1" indent="-342900">
              <a:buFont typeface="+mj-lt"/>
              <a:buAutoNum type="arabicPeriod"/>
            </a:pPr>
            <a:r>
              <a:rPr lang="en-GB" i="1"/>
              <a:t>Appliquer les </a:t>
            </a:r>
            <a:r>
              <a:rPr lang="en-GB" i="1" err="1"/>
              <a:t>modèles</a:t>
            </a:r>
            <a:r>
              <a:rPr lang="en-GB" i="1"/>
              <a:t> pour </a:t>
            </a:r>
            <a:r>
              <a:rPr lang="en-GB" i="1" err="1"/>
              <a:t>trouver</a:t>
            </a:r>
            <a:r>
              <a:rPr lang="en-GB" i="1"/>
              <a:t> les % de </a:t>
            </a:r>
            <a:r>
              <a:rPr lang="en-GB" i="1" err="1"/>
              <a:t>sujets</a:t>
            </a:r>
            <a:r>
              <a:rPr lang="en-GB" i="1"/>
              <a:t> </a:t>
            </a:r>
            <a:r>
              <a:rPr lang="en-GB" i="1" err="1"/>
              <a:t>contentieux</a:t>
            </a:r>
            <a:r>
              <a:rPr lang="en-GB" i="1"/>
              <a:t> dans </a:t>
            </a:r>
            <a:r>
              <a:rPr lang="en-GB" i="1" err="1"/>
              <a:t>nos</a:t>
            </a:r>
            <a:r>
              <a:rPr lang="en-GB" i="1"/>
              <a:t> datasets &gt;JM</a:t>
            </a:r>
          </a:p>
          <a:p>
            <a:pPr marL="342900" indent="-342900">
              <a:buFont typeface="+mj-lt"/>
              <a:buAutoNum type="arabicPeriod"/>
            </a:pPr>
            <a:r>
              <a:rPr lang="en-GB" i="1"/>
              <a:t>Compare to wider statistics to identify bias/blind-spots - 5.6.2026.</a:t>
            </a:r>
          </a:p>
          <a:p>
            <a:pPr marL="342900" indent="-342900">
              <a:buFont typeface="+mj-lt"/>
              <a:buAutoNum type="arabicPeriod"/>
            </a:pPr>
            <a:r>
              <a:rPr lang="en-GB" i="1"/>
              <a:t>Implement the model and map the topic density discrepancies on fact-checkers and general media - 12.6.2026.</a:t>
            </a:r>
          </a:p>
          <a:p>
            <a:pPr marL="615950" lvl="1" indent="-342900">
              <a:buFont typeface="+mj-lt"/>
              <a:buAutoNum type="arabicPeriod"/>
            </a:pPr>
            <a:r>
              <a:rPr lang="en-GB" i="1" err="1"/>
              <a:t>Trouver</a:t>
            </a:r>
            <a:r>
              <a:rPr lang="en-GB" i="1"/>
              <a:t> les </a:t>
            </a:r>
            <a:r>
              <a:rPr lang="en-GB" i="1" err="1"/>
              <a:t>pourcentages</a:t>
            </a:r>
            <a:r>
              <a:rPr lang="en-GB" i="1"/>
              <a:t> de </a:t>
            </a:r>
            <a:r>
              <a:rPr lang="en-GB" i="1" err="1"/>
              <a:t>sujets</a:t>
            </a:r>
            <a:r>
              <a:rPr lang="en-GB" i="1"/>
              <a:t> </a:t>
            </a:r>
            <a:r>
              <a:rPr lang="en-GB" i="1" err="1"/>
              <a:t>environnementaux</a:t>
            </a:r>
            <a:r>
              <a:rPr lang="en-GB" i="1"/>
              <a:t> dans les données </a:t>
            </a:r>
            <a:r>
              <a:rPr lang="en-GB" i="1" err="1"/>
              <a:t>réelles</a:t>
            </a:r>
            <a:r>
              <a:rPr lang="en-GB" i="1"/>
              <a:t> </a:t>
            </a:r>
            <a:r>
              <a:rPr lang="en-GB" i="1">
                <a:sym typeface="Wingdings" pitchFamily="2" charset="2"/>
              </a:rPr>
              <a:t> google Analytics / source de </a:t>
            </a:r>
            <a:r>
              <a:rPr lang="en-GB" i="1" err="1">
                <a:sym typeface="Wingdings" pitchFamily="2" charset="2"/>
              </a:rPr>
              <a:t>presse</a:t>
            </a:r>
            <a:r>
              <a:rPr lang="en-GB" i="1">
                <a:sym typeface="Wingdings" pitchFamily="2" charset="2"/>
              </a:rPr>
              <a:t> </a:t>
            </a:r>
            <a:r>
              <a:rPr lang="en-GB" i="1" err="1">
                <a:sym typeface="Wingdings" pitchFamily="2" charset="2"/>
              </a:rPr>
              <a:t>spécialisée</a:t>
            </a:r>
            <a:r>
              <a:rPr lang="en-GB" i="1">
                <a:sym typeface="Wingdings" pitchFamily="2" charset="2"/>
              </a:rPr>
              <a:t> &gt;BG</a:t>
            </a:r>
            <a:endParaRPr lang="en-GB" i="1"/>
          </a:p>
          <a:p>
            <a:pPr marL="342900" indent="-342900">
              <a:buFont typeface="+mj-lt"/>
              <a:buAutoNum type="arabicPeriod"/>
            </a:pPr>
            <a:r>
              <a:rPr lang="en-GB" i="1"/>
              <a:t>Create Tags and add them to the dataset - 19.6.2026</a:t>
            </a:r>
          </a:p>
          <a:p>
            <a:pPr marL="615950" lvl="1" indent="-342900">
              <a:buFont typeface="+mj-lt"/>
              <a:buAutoNum type="arabicPeriod"/>
            </a:pPr>
            <a:r>
              <a:rPr lang="en-GB" i="1" err="1"/>
              <a:t>Implémentation</a:t>
            </a:r>
            <a:r>
              <a:rPr lang="en-GB" i="1"/>
              <a:t> -&gt; comment </a:t>
            </a:r>
            <a:r>
              <a:rPr lang="en-GB" i="1" err="1"/>
              <a:t>intégrer</a:t>
            </a:r>
            <a:r>
              <a:rPr lang="en-GB" i="1"/>
              <a:t> les tags dans le dataset ?</a:t>
            </a:r>
          </a:p>
          <a:p>
            <a:pPr marL="342900" indent="-342900">
              <a:buFont typeface="+mj-lt"/>
              <a:buAutoNum type="arabicPeriod"/>
            </a:pPr>
            <a:r>
              <a:rPr lang="en-GB" i="1"/>
              <a:t>Generalization for other topics and other contextual flags - 26.6.2026.</a:t>
            </a:r>
          </a:p>
          <a:p>
            <a:pPr marL="0" indent="0">
              <a:buNone/>
            </a:pPr>
            <a:endParaRPr lang="en-GB" i="1"/>
          </a:p>
          <a:p>
            <a:endParaRPr lang="en-CA"/>
          </a:p>
        </p:txBody>
      </p:sp>
      <p:sp>
        <p:nvSpPr>
          <p:cNvPr id="5" name="Title 4">
            <a:extLst>
              <a:ext uri="{FF2B5EF4-FFF2-40B4-BE49-F238E27FC236}">
                <a16:creationId xmlns:a16="http://schemas.microsoft.com/office/drawing/2014/main" id="{89ED22D3-2B76-15AD-98AA-E20AF3F997BF}"/>
              </a:ext>
            </a:extLst>
          </p:cNvPr>
          <p:cNvSpPr>
            <a:spLocks noGrp="1"/>
          </p:cNvSpPr>
          <p:nvPr>
            <p:ph type="title"/>
          </p:nvPr>
        </p:nvSpPr>
        <p:spPr/>
        <p:txBody>
          <a:bodyPr/>
          <a:lstStyle/>
          <a:p>
            <a:r>
              <a:rPr lang="fr-CA" err="1"/>
              <a:t>Workplan</a:t>
            </a:r>
            <a:endParaRPr lang="en-CA"/>
          </a:p>
        </p:txBody>
      </p:sp>
    </p:spTree>
    <p:extLst>
      <p:ext uri="{BB962C8B-B14F-4D97-AF65-F5344CB8AC3E}">
        <p14:creationId xmlns:p14="http://schemas.microsoft.com/office/powerpoint/2010/main" val="120440213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9FB963-9C49-F0B4-E79C-F42BEA1C9F11}"/>
              </a:ext>
            </a:extLst>
          </p:cNvPr>
          <p:cNvSpPr>
            <a:spLocks noGrp="1"/>
          </p:cNvSpPr>
          <p:nvPr>
            <p:ph idx="1"/>
          </p:nvPr>
        </p:nvSpPr>
        <p:spPr/>
        <p:txBody>
          <a:bodyPr>
            <a:normAutofit/>
          </a:bodyPr>
          <a:lstStyle/>
          <a:p>
            <a:pPr marL="342900" indent="-342900">
              <a:buFont typeface="+mj-lt"/>
              <a:buAutoNum type="arabicPeriod"/>
            </a:pPr>
            <a:r>
              <a:rPr lang="en-CA" b="1" dirty="0"/>
              <a:t>BACKGROUND AND RATIONALE: </a:t>
            </a:r>
            <a:r>
              <a:rPr lang="en-CA" dirty="0"/>
              <a:t>You should argue why your project is relevant from a societal or industrial perspective. –G</a:t>
            </a:r>
          </a:p>
          <a:p>
            <a:pPr marL="342900" indent="-342900">
              <a:buFont typeface="+mj-lt"/>
              <a:buAutoNum type="arabicPeriod"/>
            </a:pPr>
            <a:r>
              <a:rPr lang="en-CA" b="1" dirty="0"/>
              <a:t>RESEARCH QUESTION(S): </a:t>
            </a:r>
            <a:r>
              <a:rPr lang="en-CA" dirty="0"/>
              <a:t>You should provide an overview of your research questions. –G</a:t>
            </a:r>
          </a:p>
          <a:p>
            <a:pPr marL="342900" indent="-342900">
              <a:buFont typeface="+mj-lt"/>
              <a:buAutoNum type="arabicPeriod"/>
            </a:pPr>
            <a:r>
              <a:rPr lang="en-CA" b="1" dirty="0"/>
              <a:t>RESULTS: </a:t>
            </a:r>
            <a:r>
              <a:rPr lang="en-CA" dirty="0"/>
              <a:t>Demonstrate your research results. This can be done via slides, talking through your notebooks, and/or a demo of your project. –JM DONE</a:t>
            </a:r>
          </a:p>
          <a:p>
            <a:pPr marL="342900" indent="-342900">
              <a:buFont typeface="+mj-lt"/>
              <a:buAutoNum type="arabicPeriod"/>
            </a:pPr>
            <a:r>
              <a:rPr lang="en-CA" b="1" dirty="0"/>
              <a:t>DISCUSSION</a:t>
            </a:r>
            <a:r>
              <a:rPr lang="en-CA" dirty="0"/>
              <a:t>: The goal is to show off your project results in the best light possible. Be ready to answer questions about the approach and results. For instance, why did you choose dataset/model/tool X? Why do the results differ depending on dataset/model/tool X? What the </a:t>
            </a:r>
            <a:r>
              <a:rPr lang="en-CA" dirty="0" err="1"/>
              <a:t>the</a:t>
            </a:r>
            <a:r>
              <a:rPr lang="en-CA" dirty="0"/>
              <a:t> limitations of your project? .-JM DONE</a:t>
            </a:r>
          </a:p>
        </p:txBody>
      </p:sp>
      <p:sp>
        <p:nvSpPr>
          <p:cNvPr id="3" name="Footer Placeholder 2">
            <a:extLst>
              <a:ext uri="{FF2B5EF4-FFF2-40B4-BE49-F238E27FC236}">
                <a16:creationId xmlns:a16="http://schemas.microsoft.com/office/drawing/2014/main" id="{609E6FB3-78F0-1397-328A-BEBF8791AE0D}"/>
              </a:ext>
            </a:extLst>
          </p:cNvPr>
          <p:cNvSpPr>
            <a:spLocks noGrp="1"/>
          </p:cNvSpPr>
          <p:nvPr>
            <p:ph type="ftr" sz="quarter" idx="11"/>
          </p:nvPr>
        </p:nvSpPr>
        <p:spPr/>
        <p:txBody>
          <a:bodyPr/>
          <a:lstStyle/>
          <a:p>
            <a:r>
              <a:rPr lang="de-AT"/>
              <a:t>Fusszeile</a:t>
            </a:r>
          </a:p>
        </p:txBody>
      </p:sp>
      <p:sp>
        <p:nvSpPr>
          <p:cNvPr id="4" name="Slide Number Placeholder 3">
            <a:extLst>
              <a:ext uri="{FF2B5EF4-FFF2-40B4-BE49-F238E27FC236}">
                <a16:creationId xmlns:a16="http://schemas.microsoft.com/office/drawing/2014/main" id="{218A5F65-AB69-7F20-6D93-6A8C701A2796}"/>
              </a:ext>
            </a:extLst>
          </p:cNvPr>
          <p:cNvSpPr>
            <a:spLocks noGrp="1"/>
          </p:cNvSpPr>
          <p:nvPr>
            <p:ph type="sldNum" sz="quarter" idx="12"/>
          </p:nvPr>
        </p:nvSpPr>
        <p:spPr/>
        <p:txBody>
          <a:bodyPr/>
          <a:lstStyle/>
          <a:p>
            <a:r>
              <a:rPr lang="de-AT"/>
              <a:t>SEITE </a:t>
            </a:r>
            <a:fld id="{BE3DC40E-DBBE-4E2D-9EEC-FBF0DA0E9179}" type="slidenum">
              <a:rPr lang="de-AT" smtClean="0"/>
              <a:t>8</a:t>
            </a:fld>
            <a:endParaRPr lang="de-AT"/>
          </a:p>
        </p:txBody>
      </p:sp>
      <p:sp>
        <p:nvSpPr>
          <p:cNvPr id="5" name="Title 4">
            <a:extLst>
              <a:ext uri="{FF2B5EF4-FFF2-40B4-BE49-F238E27FC236}">
                <a16:creationId xmlns:a16="http://schemas.microsoft.com/office/drawing/2014/main" id="{7580A854-38CB-84F7-93EC-D16A9F9AA7AE}"/>
              </a:ext>
            </a:extLst>
          </p:cNvPr>
          <p:cNvSpPr>
            <a:spLocks noGrp="1"/>
          </p:cNvSpPr>
          <p:nvPr>
            <p:ph type="title"/>
          </p:nvPr>
        </p:nvSpPr>
        <p:spPr/>
        <p:txBody>
          <a:bodyPr/>
          <a:lstStyle/>
          <a:p>
            <a:r>
              <a:rPr lang="fr-CA"/>
              <a:t>TODO</a:t>
            </a:r>
            <a:endParaRPr lang="en-CA"/>
          </a:p>
        </p:txBody>
      </p:sp>
    </p:spTree>
    <p:extLst>
      <p:ext uri="{BB962C8B-B14F-4D97-AF65-F5344CB8AC3E}">
        <p14:creationId xmlns:p14="http://schemas.microsoft.com/office/powerpoint/2010/main" val="175831687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13F0A4-5128-C495-C034-488E611B0EFD}"/>
              </a:ext>
            </a:extLst>
          </p:cNvPr>
          <p:cNvSpPr>
            <a:spLocks noGrp="1"/>
          </p:cNvSpPr>
          <p:nvPr>
            <p:ph sz="half" idx="1"/>
          </p:nvPr>
        </p:nvSpPr>
        <p:spPr/>
        <p:txBody>
          <a:bodyPr>
            <a:normAutofit fontScale="92500" lnSpcReduction="20000"/>
          </a:bodyPr>
          <a:lstStyle/>
          <a:p>
            <a:pPr marL="0" indent="0">
              <a:buNone/>
            </a:pPr>
            <a:r>
              <a:rPr lang="en-GB" b="1" noProof="0"/>
              <a:t>Political &amp; Industrial Impact</a:t>
            </a:r>
            <a:endParaRPr lang="en-GB" noProof="0"/>
          </a:p>
          <a:p>
            <a:r>
              <a:rPr lang="en-GB" b="1" noProof="0"/>
              <a:t>Policy Obstruction:</a:t>
            </a:r>
            <a:r>
              <a:rPr lang="en-GB" noProof="0"/>
              <a:t> Direct weakening of climate actions, regulatory frameworks (e.g., EPA), and international compliance (e.g., Paris Agreement) </a:t>
            </a:r>
            <a:r>
              <a:rPr lang="en-GB" i="1" noProof="0"/>
              <a:t>(Farrell et al.)</a:t>
            </a:r>
            <a:r>
              <a:rPr lang="en-GB" noProof="0"/>
              <a:t>.</a:t>
            </a:r>
          </a:p>
          <a:p>
            <a:endParaRPr lang="en-GB" noProof="0"/>
          </a:p>
          <a:p>
            <a:r>
              <a:rPr lang="en-GB" b="1" noProof="0"/>
              <a:t>Corporate Greenwashing:</a:t>
            </a:r>
            <a:r>
              <a:rPr lang="en-GB" noProof="0"/>
              <a:t> Diminished stakeholder pressure creates a "cultural acceptance" of harmful </a:t>
            </a:r>
            <a:r>
              <a:rPr lang="en-GB" noProof="0" err="1"/>
              <a:t>behaviors</a:t>
            </a:r>
            <a:r>
              <a:rPr lang="en-GB" noProof="0"/>
              <a:t>, increasing social costs and compliance violations </a:t>
            </a:r>
            <a:r>
              <a:rPr lang="en-GB" i="1" noProof="0"/>
              <a:t>(Afzali et al.)</a:t>
            </a:r>
            <a:r>
              <a:rPr lang="en-GB" noProof="0"/>
              <a:t>.</a:t>
            </a:r>
          </a:p>
          <a:p>
            <a:endParaRPr lang="en-GB" noProof="0"/>
          </a:p>
          <a:p>
            <a:r>
              <a:rPr lang="en-GB" b="1" noProof="0"/>
              <a:t>Global Priority:</a:t>
            </a:r>
            <a:r>
              <a:rPr lang="en-GB" noProof="0"/>
              <a:t> Ranked as the </a:t>
            </a:r>
            <a:r>
              <a:rPr lang="en-GB" b="1" noProof="0"/>
              <a:t>#1 global risk</a:t>
            </a:r>
            <a:r>
              <a:rPr lang="en-GB" noProof="0"/>
              <a:t> for the next 2 years by the World Economic Forum (Global Risks Report 2024).</a:t>
            </a:r>
          </a:p>
        </p:txBody>
      </p:sp>
      <p:sp>
        <p:nvSpPr>
          <p:cNvPr id="7" name="Espace réservé du contenu 6">
            <a:extLst>
              <a:ext uri="{FF2B5EF4-FFF2-40B4-BE49-F238E27FC236}">
                <a16:creationId xmlns:a16="http://schemas.microsoft.com/office/drawing/2014/main" id="{5E50D1F6-7808-2A93-40C4-D509C9A3E9D8}"/>
              </a:ext>
            </a:extLst>
          </p:cNvPr>
          <p:cNvSpPr>
            <a:spLocks noGrp="1"/>
          </p:cNvSpPr>
          <p:nvPr>
            <p:ph sz="half" idx="2"/>
          </p:nvPr>
        </p:nvSpPr>
        <p:spPr/>
        <p:txBody>
          <a:bodyPr/>
          <a:lstStyle/>
          <a:p>
            <a:pPr marL="0" indent="0">
              <a:buNone/>
            </a:pPr>
            <a:r>
              <a:rPr lang="en-GB" b="1" noProof="0"/>
              <a:t>Epistemic &amp; Psychological Erosion</a:t>
            </a:r>
            <a:endParaRPr lang="en-GB" noProof="0"/>
          </a:p>
          <a:p>
            <a:r>
              <a:rPr lang="en-GB" b="1" noProof="0"/>
              <a:t>Erosion of "Epistemic Welfare":</a:t>
            </a:r>
            <a:r>
              <a:rPr lang="en-GB" noProof="0"/>
              <a:t> Fosters "strategic ignorance" and alternative facts, destroying public trust in scientific research and academic institutions </a:t>
            </a:r>
            <a:r>
              <a:rPr lang="en-GB" i="1" noProof="0"/>
              <a:t>(Essien, Farrell et al.)</a:t>
            </a:r>
            <a:r>
              <a:rPr lang="en-GB" noProof="0"/>
              <a:t>.</a:t>
            </a:r>
          </a:p>
          <a:p>
            <a:endParaRPr lang="en-GB" noProof="0"/>
          </a:p>
          <a:p>
            <a:r>
              <a:rPr lang="en-GB" b="1" noProof="0"/>
              <a:t>Social Polarization:</a:t>
            </a:r>
            <a:r>
              <a:rPr lang="en-GB" noProof="0"/>
              <a:t> Exploits pre-existing biases, creating echo chambers and motivated reasoning where emotions (fear, anger) override empirical data </a:t>
            </a:r>
            <a:r>
              <a:rPr lang="en-GB" i="1" noProof="0"/>
              <a:t>(Treen et al., Essien)</a:t>
            </a:r>
            <a:r>
              <a:rPr lang="en-GB" noProof="0"/>
              <a:t>.</a:t>
            </a:r>
          </a:p>
          <a:p>
            <a:endParaRPr lang="en-GB" noProof="0"/>
          </a:p>
        </p:txBody>
      </p:sp>
      <p:sp>
        <p:nvSpPr>
          <p:cNvPr id="5" name="Title 4">
            <a:extLst>
              <a:ext uri="{FF2B5EF4-FFF2-40B4-BE49-F238E27FC236}">
                <a16:creationId xmlns:a16="http://schemas.microsoft.com/office/drawing/2014/main" id="{2AE33B7D-C163-46A3-407E-68305C4C3D7E}"/>
              </a:ext>
            </a:extLst>
          </p:cNvPr>
          <p:cNvSpPr>
            <a:spLocks noGrp="1"/>
          </p:cNvSpPr>
          <p:nvPr>
            <p:ph type="title"/>
          </p:nvPr>
        </p:nvSpPr>
        <p:spPr/>
        <p:txBody>
          <a:bodyPr>
            <a:normAutofit/>
          </a:bodyPr>
          <a:lstStyle/>
          <a:p>
            <a:r>
              <a:rPr lang="en-GB" noProof="0"/>
              <a:t>The Societal &amp; Industrial Threat of Climate Misinformation</a:t>
            </a:r>
          </a:p>
        </p:txBody>
      </p:sp>
    </p:spTree>
    <p:extLst>
      <p:ext uri="{BB962C8B-B14F-4D97-AF65-F5344CB8AC3E}">
        <p14:creationId xmlns:p14="http://schemas.microsoft.com/office/powerpoint/2010/main" val="212127906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C83E1-821A-56B0-68DD-B30D958D0FFA}"/>
            </a:ext>
          </a:extLst>
        </p:cNvPr>
        <p:cNvGrpSpPr/>
        <p:nvPr/>
      </p:nvGrpSpPr>
      <p:grpSpPr>
        <a:xfrm>
          <a:off x="0" y="0"/>
          <a:ext cx="0" cy="0"/>
          <a:chOff x="0" y="0"/>
          <a:chExt cx="0" cy="0"/>
        </a:xfrm>
      </p:grpSpPr>
      <p:pic>
        <p:nvPicPr>
          <p:cNvPr id="15" name="Espace réservé du contenu 14">
            <a:extLst>
              <a:ext uri="{FF2B5EF4-FFF2-40B4-BE49-F238E27FC236}">
                <a16:creationId xmlns:a16="http://schemas.microsoft.com/office/drawing/2014/main" id="{7570D0DC-075E-98B9-9AB8-5A1C78EE3425}"/>
              </a:ext>
            </a:extLst>
          </p:cNvPr>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1270242" y="1786072"/>
            <a:ext cx="6603516" cy="3132437"/>
          </a:xfrm>
          <a:prstGeom prst="rect">
            <a:avLst/>
          </a:prstGeom>
        </p:spPr>
      </p:pic>
      <p:sp>
        <p:nvSpPr>
          <p:cNvPr id="5" name="Title 4">
            <a:extLst>
              <a:ext uri="{FF2B5EF4-FFF2-40B4-BE49-F238E27FC236}">
                <a16:creationId xmlns:a16="http://schemas.microsoft.com/office/drawing/2014/main" id="{C5FB09E5-E81D-27FE-9B2E-311E1E9A3B6C}"/>
              </a:ext>
            </a:extLst>
          </p:cNvPr>
          <p:cNvSpPr>
            <a:spLocks noGrp="1"/>
          </p:cNvSpPr>
          <p:nvPr>
            <p:ph type="title"/>
          </p:nvPr>
        </p:nvSpPr>
        <p:spPr/>
        <p:txBody>
          <a:bodyPr>
            <a:normAutofit/>
          </a:bodyPr>
          <a:lstStyle/>
          <a:p>
            <a:r>
              <a:rPr lang="en-GB" noProof="0"/>
              <a:t>The Societal &amp; Industrial Threat of Climate Misinformation</a:t>
            </a:r>
          </a:p>
        </p:txBody>
      </p:sp>
    </p:spTree>
    <p:extLst>
      <p:ext uri="{BB962C8B-B14F-4D97-AF65-F5344CB8AC3E}">
        <p14:creationId xmlns:p14="http://schemas.microsoft.com/office/powerpoint/2010/main" val="366830602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3765698-5FC0-373F-6D62-CD55119957A2}"/>
              </a:ext>
            </a:extLst>
          </p:cNvPr>
          <p:cNvSpPr>
            <a:spLocks noGrp="1"/>
          </p:cNvSpPr>
          <p:nvPr>
            <p:ph sz="half" idx="1"/>
          </p:nvPr>
        </p:nvSpPr>
        <p:spPr/>
        <p:txBody>
          <a:bodyPr/>
          <a:lstStyle/>
          <a:p>
            <a:pPr marL="0" indent="0">
              <a:buNone/>
            </a:pPr>
            <a:r>
              <a:rPr lang="en-GB" b="1" noProof="0"/>
              <a:t>The Institutional Role of Fact-Checkers</a:t>
            </a:r>
            <a:endParaRPr lang="en-GB" noProof="0"/>
          </a:p>
          <a:p>
            <a:r>
              <a:rPr lang="en-GB" b="1" noProof="0"/>
              <a:t>The Democratic Watchdog:</a:t>
            </a:r>
            <a:r>
              <a:rPr lang="en-GB" noProof="0"/>
              <a:t> Tasked with the systematic assessment of claims to hold leaders accountable and reinforce journalistic authority </a:t>
            </a:r>
            <a:r>
              <a:rPr lang="en-GB" i="1" noProof="0"/>
              <a:t>(Walter et al., Ferracioli et al.)</a:t>
            </a:r>
            <a:r>
              <a:rPr lang="en-GB" noProof="0"/>
              <a:t>.</a:t>
            </a:r>
          </a:p>
          <a:p>
            <a:endParaRPr lang="en-GB" noProof="0"/>
          </a:p>
          <a:p>
            <a:r>
              <a:rPr lang="en-GB" b="1" noProof="0"/>
              <a:t>Platform Gatekeepers:</a:t>
            </a:r>
            <a:r>
              <a:rPr lang="en-GB" noProof="0"/>
              <a:t> They act as the ultimate arbiters of truth for major digital infrastructures and algorithmic feeds.</a:t>
            </a:r>
          </a:p>
          <a:p>
            <a:endParaRPr lang="en-GB" noProof="0"/>
          </a:p>
        </p:txBody>
      </p:sp>
      <p:sp>
        <p:nvSpPr>
          <p:cNvPr id="3" name="Espace réservé du contenu 2">
            <a:extLst>
              <a:ext uri="{FF2B5EF4-FFF2-40B4-BE49-F238E27FC236}">
                <a16:creationId xmlns:a16="http://schemas.microsoft.com/office/drawing/2014/main" id="{46BAF868-38A3-86BC-7E98-066F5EC2E438}"/>
              </a:ext>
            </a:extLst>
          </p:cNvPr>
          <p:cNvSpPr>
            <a:spLocks noGrp="1"/>
          </p:cNvSpPr>
          <p:nvPr>
            <p:ph sz="half" idx="2"/>
          </p:nvPr>
        </p:nvSpPr>
        <p:spPr/>
        <p:txBody>
          <a:bodyPr>
            <a:normAutofit fontScale="92500" lnSpcReduction="20000"/>
          </a:bodyPr>
          <a:lstStyle/>
          <a:p>
            <a:pPr marL="0" indent="0">
              <a:buNone/>
            </a:pPr>
            <a:r>
              <a:rPr lang="en-GB" b="1" noProof="0"/>
              <a:t>The Neutrality Dilemma</a:t>
            </a:r>
          </a:p>
          <a:p>
            <a:r>
              <a:rPr lang="en-GB" b="1" noProof="0"/>
              <a:t>The Credibility Debate:</a:t>
            </a:r>
            <a:r>
              <a:rPr lang="en-GB" noProof="0"/>
              <a:t> Increasingly criticized for "motivated reasoning", selective targeting, and adversarial positioning </a:t>
            </a:r>
            <a:r>
              <a:rPr lang="en-GB" i="1" noProof="0"/>
              <a:t>(Walter et al., Ferracioli et al.)</a:t>
            </a:r>
            <a:r>
              <a:rPr lang="en-GB" noProof="0"/>
              <a:t>.</a:t>
            </a:r>
          </a:p>
          <a:p>
            <a:endParaRPr lang="en-GB" noProof="0"/>
          </a:p>
          <a:p>
            <a:r>
              <a:rPr lang="en-GB" b="1" noProof="0"/>
              <a:t>The Political Fine Line:</a:t>
            </a:r>
            <a:r>
              <a:rPr lang="en-GB" noProof="0"/>
              <a:t> In highly polarized environments (like climate discourse), the boundary between objective neutrality and ideological engagement is blurred.</a:t>
            </a:r>
          </a:p>
          <a:p>
            <a:endParaRPr lang="en-GB" noProof="0"/>
          </a:p>
          <a:p>
            <a:r>
              <a:rPr lang="en-GB" b="1" noProof="0"/>
              <a:t>Our Focus:</a:t>
            </a:r>
            <a:r>
              <a:rPr lang="en-GB" noProof="0"/>
              <a:t> If fact-checkers serve as the training data for Automated Misinformation Detectors, identifying their systematic </a:t>
            </a:r>
            <a:r>
              <a:rPr lang="en-GB" b="1" noProof="0"/>
              <a:t>selection biases</a:t>
            </a:r>
            <a:r>
              <a:rPr lang="en-GB" noProof="0"/>
              <a:t> is critical for algorithmic governance.</a:t>
            </a:r>
          </a:p>
          <a:p>
            <a:endParaRPr lang="en-GB" noProof="0"/>
          </a:p>
        </p:txBody>
      </p:sp>
      <p:sp>
        <p:nvSpPr>
          <p:cNvPr id="6" name="Titre 5">
            <a:extLst>
              <a:ext uri="{FF2B5EF4-FFF2-40B4-BE49-F238E27FC236}">
                <a16:creationId xmlns:a16="http://schemas.microsoft.com/office/drawing/2014/main" id="{7DD97388-1654-E641-8BFA-A4538DF6330D}"/>
              </a:ext>
            </a:extLst>
          </p:cNvPr>
          <p:cNvSpPr>
            <a:spLocks noGrp="1"/>
          </p:cNvSpPr>
          <p:nvPr>
            <p:ph type="title"/>
          </p:nvPr>
        </p:nvSpPr>
        <p:spPr/>
        <p:txBody>
          <a:bodyPr/>
          <a:lstStyle/>
          <a:p>
            <a:r>
              <a:rPr lang="en-GB" noProof="0"/>
              <a:t>Guarding the Guardians – The Power &amp; Bias of Fact-Checkers</a:t>
            </a:r>
          </a:p>
        </p:txBody>
      </p:sp>
    </p:spTree>
    <p:extLst>
      <p:ext uri="{BB962C8B-B14F-4D97-AF65-F5344CB8AC3E}">
        <p14:creationId xmlns:p14="http://schemas.microsoft.com/office/powerpoint/2010/main" val="414686039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74FA7A-1C7F-9904-7571-FD12BED18298}"/>
              </a:ext>
            </a:extLst>
          </p:cNvPr>
          <p:cNvSpPr>
            <a:spLocks noGrp="1"/>
          </p:cNvSpPr>
          <p:nvPr>
            <p:ph idx="1"/>
          </p:nvPr>
        </p:nvSpPr>
        <p:spPr/>
        <p:txBody>
          <a:bodyPr>
            <a:normAutofit fontScale="92500" lnSpcReduction="10000"/>
          </a:bodyPr>
          <a:lstStyle/>
          <a:p>
            <a:pPr marL="0" indent="0">
              <a:buNone/>
            </a:pPr>
            <a:r>
              <a:rPr lang="en-GB" i="1" noProof="1"/>
              <a:t>Main Research Question:</a:t>
            </a:r>
          </a:p>
          <a:p>
            <a:pPr marL="0" indent="0">
              <a:buNone/>
            </a:pPr>
            <a:r>
              <a:rPr lang="en-GB" noProof="1"/>
              <a:t>Using </a:t>
            </a:r>
            <a:r>
              <a:rPr lang="en-GB" b="1" noProof="1"/>
              <a:t>machine learning methods </a:t>
            </a:r>
            <a:r>
              <a:rPr lang="en-GB" noProof="1"/>
              <a:t>to calculate </a:t>
            </a:r>
            <a:r>
              <a:rPr lang="en-GB" b="1" noProof="1"/>
              <a:t>topic density</a:t>
            </a:r>
            <a:r>
              <a:rPr lang="en-GB" noProof="1"/>
              <a:t>, how does the comparison of the </a:t>
            </a:r>
            <a:r>
              <a:rPr lang="en-GB" b="1" noProof="1"/>
              <a:t>human-verified datasets </a:t>
            </a:r>
            <a:r>
              <a:rPr lang="en-GB" noProof="1"/>
              <a:t>used to train the Fake News detector algorithms against a </a:t>
            </a:r>
            <a:r>
              <a:rPr lang="en-GB" b="1" noProof="1"/>
              <a:t>diverse reference corpus</a:t>
            </a:r>
            <a:r>
              <a:rPr lang="en-GB" noProof="1"/>
              <a:t> reveal </a:t>
            </a:r>
            <a:r>
              <a:rPr lang="en-GB" b="1" noProof="1"/>
              <a:t>systematic selection bias </a:t>
            </a:r>
            <a:r>
              <a:rPr lang="en-GB" noProof="1"/>
              <a:t>in specific contentious </a:t>
            </a:r>
            <a:r>
              <a:rPr lang="en-GB" b="1" noProof="1"/>
              <a:t>environmental sectors</a:t>
            </a:r>
            <a:r>
              <a:rPr lang="en-GB" noProof="1"/>
              <a:t>? </a:t>
            </a:r>
          </a:p>
          <a:p>
            <a:pPr marL="0" indent="0">
              <a:buNone/>
            </a:pPr>
            <a:endParaRPr lang="en-GB" i="1" noProof="1"/>
          </a:p>
          <a:p>
            <a:r>
              <a:rPr lang="en-GB" i="1" noProof="1"/>
              <a:t>Sub1: What are the core contentious environmental sectors and underlying socio-economic interests mapped within online climate discourse, and how can they be categorized for algorithmic bias detection?</a:t>
            </a:r>
          </a:p>
          <a:p>
            <a:r>
              <a:rPr lang="en-GB" i="1" noProof="1"/>
              <a:t>Sub2: How do advanced embedding and topic modeling techniques (e.g., BERTopic or Transformer representations) compare in quantifying topic density discrepancies between fact-checked data and general media?</a:t>
            </a:r>
          </a:p>
          <a:p>
            <a:r>
              <a:rPr lang="en-GB" i="1" noProof="1"/>
              <a:t>Sub3: How can this methodology be operationalized over time and generalized to offer insights in other important news topics, such as health, politics, technology, etc. to practically surive the continuous introduction of new topics/narratives?</a:t>
            </a:r>
          </a:p>
        </p:txBody>
      </p:sp>
      <p:sp>
        <p:nvSpPr>
          <p:cNvPr id="5" name="Title 4">
            <a:extLst>
              <a:ext uri="{FF2B5EF4-FFF2-40B4-BE49-F238E27FC236}">
                <a16:creationId xmlns:a16="http://schemas.microsoft.com/office/drawing/2014/main" id="{E8DA2D71-37A0-B31A-0110-3F2663463054}"/>
              </a:ext>
            </a:extLst>
          </p:cNvPr>
          <p:cNvSpPr>
            <a:spLocks noGrp="1"/>
          </p:cNvSpPr>
          <p:nvPr>
            <p:ph type="title"/>
          </p:nvPr>
        </p:nvSpPr>
        <p:spPr/>
        <p:txBody>
          <a:bodyPr/>
          <a:lstStyle/>
          <a:p>
            <a:r>
              <a:rPr lang="fr-CA" err="1"/>
              <a:t>Research</a:t>
            </a:r>
            <a:r>
              <a:rPr lang="fr-CA"/>
              <a:t> Question</a:t>
            </a:r>
            <a:endParaRPr lang="en-CA"/>
          </a:p>
        </p:txBody>
      </p:sp>
    </p:spTree>
    <p:extLst>
      <p:ext uri="{BB962C8B-B14F-4D97-AF65-F5344CB8AC3E}">
        <p14:creationId xmlns:p14="http://schemas.microsoft.com/office/powerpoint/2010/main" val="43486790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E93E7-E83D-27EC-8612-0714F22AEE2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2C3EA8-13D0-3211-E2E8-10E6F713C21F}"/>
              </a:ext>
            </a:extLst>
          </p:cNvPr>
          <p:cNvSpPr>
            <a:spLocks noGrp="1"/>
          </p:cNvSpPr>
          <p:nvPr>
            <p:ph idx="1"/>
          </p:nvPr>
        </p:nvSpPr>
        <p:spPr/>
        <p:txBody>
          <a:bodyPr>
            <a:normAutofit/>
          </a:bodyPr>
          <a:lstStyle/>
          <a:p>
            <a:r>
              <a:rPr lang="en-CA" b="1"/>
              <a:t>Gathering references:</a:t>
            </a:r>
          </a:p>
          <a:p>
            <a:pPr lvl="1"/>
            <a:r>
              <a:rPr lang="en-US"/>
              <a:t>Selection of texts from the UN, IPCC, IPBES, and EU</a:t>
            </a:r>
          </a:p>
          <a:p>
            <a:r>
              <a:rPr lang="en-US" b="1"/>
              <a:t>Define an architecture of classification</a:t>
            </a:r>
            <a:endParaRPr lang="en-US"/>
          </a:p>
          <a:p>
            <a:pPr lvl="1"/>
            <a:r>
              <a:rPr lang="en-US"/>
              <a:t>Establishing a coding structure</a:t>
            </a:r>
          </a:p>
          <a:p>
            <a:endParaRPr lang="en-GB" i="1"/>
          </a:p>
          <a:p>
            <a:endParaRPr lang="en-GB" i="1"/>
          </a:p>
          <a:p>
            <a:endParaRPr lang="en-GB" i="1"/>
          </a:p>
          <a:p>
            <a:endParaRPr lang="en-GB" i="1"/>
          </a:p>
          <a:p>
            <a:endParaRPr lang="en-GB" i="1"/>
          </a:p>
          <a:p>
            <a:endParaRPr lang="en-GB" i="1"/>
          </a:p>
          <a:p>
            <a:r>
              <a:rPr lang="en-US" b="1"/>
              <a:t>Define categories and keywords with LLM (</a:t>
            </a:r>
            <a:r>
              <a:rPr lang="en-US" b="1" err="1"/>
              <a:t>NotebookLM</a:t>
            </a:r>
            <a:r>
              <a:rPr lang="en-US" b="1"/>
              <a:t>)</a:t>
            </a:r>
          </a:p>
          <a:p>
            <a:pPr lvl="1"/>
            <a:r>
              <a:rPr lang="fr-FR" err="1"/>
              <a:t>Establishing</a:t>
            </a:r>
            <a:r>
              <a:rPr lang="fr-FR"/>
              <a:t> prompts </a:t>
            </a:r>
            <a:r>
              <a:rPr lang="fr-FR" err="1"/>
              <a:t>with</a:t>
            </a:r>
            <a:r>
              <a:rPr lang="fr-FR"/>
              <a:t> Gemini 3.1 Pro, </a:t>
            </a:r>
            <a:r>
              <a:rPr lang="fr-FR" err="1"/>
              <a:t>then</a:t>
            </a:r>
            <a:r>
              <a:rPr lang="fr-FR"/>
              <a:t> run them </a:t>
            </a:r>
            <a:r>
              <a:rPr lang="fr-FR" err="1"/>
              <a:t>into</a:t>
            </a:r>
            <a:r>
              <a:rPr lang="fr-FR"/>
              <a:t> </a:t>
            </a:r>
            <a:r>
              <a:rPr lang="fr-FR" err="1"/>
              <a:t>NotebookLM</a:t>
            </a:r>
            <a:endParaRPr lang="en-CA"/>
          </a:p>
          <a:p>
            <a:endParaRPr lang="en-CA"/>
          </a:p>
          <a:p>
            <a:endParaRPr lang="en-CA"/>
          </a:p>
        </p:txBody>
      </p:sp>
      <p:sp>
        <p:nvSpPr>
          <p:cNvPr id="5" name="Title 4">
            <a:extLst>
              <a:ext uri="{FF2B5EF4-FFF2-40B4-BE49-F238E27FC236}">
                <a16:creationId xmlns:a16="http://schemas.microsoft.com/office/drawing/2014/main" id="{92E37807-41B9-3A21-EEEF-43D50574847C}"/>
              </a:ext>
            </a:extLst>
          </p:cNvPr>
          <p:cNvSpPr>
            <a:spLocks noGrp="1"/>
          </p:cNvSpPr>
          <p:nvPr>
            <p:ph type="title"/>
          </p:nvPr>
        </p:nvSpPr>
        <p:spPr/>
        <p:txBody>
          <a:bodyPr/>
          <a:lstStyle/>
          <a:p>
            <a:r>
              <a:rPr lang="fr-CA" err="1"/>
              <a:t>Methodology</a:t>
            </a:r>
            <a:r>
              <a:rPr lang="fr-CA"/>
              <a:t> for mapping </a:t>
            </a:r>
            <a:r>
              <a:rPr lang="fr-CA" err="1"/>
              <a:t>contentious</a:t>
            </a:r>
            <a:r>
              <a:rPr lang="fr-CA"/>
              <a:t> </a:t>
            </a:r>
            <a:r>
              <a:rPr lang="fr-CA" err="1"/>
              <a:t>subjects</a:t>
            </a:r>
            <a:endParaRPr lang="en-CA"/>
          </a:p>
        </p:txBody>
      </p:sp>
      <p:pic>
        <p:nvPicPr>
          <p:cNvPr id="4" name="Image 3">
            <a:extLst>
              <a:ext uri="{FF2B5EF4-FFF2-40B4-BE49-F238E27FC236}">
                <a16:creationId xmlns:a16="http://schemas.microsoft.com/office/drawing/2014/main" id="{0D6E3A9E-2EE6-0E1F-1EBE-673C73F384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566" y="2593549"/>
            <a:ext cx="5064550" cy="1901034"/>
          </a:xfrm>
          <a:prstGeom prst="rect">
            <a:avLst/>
          </a:prstGeom>
        </p:spPr>
      </p:pic>
    </p:spTree>
    <p:extLst>
      <p:ext uri="{BB962C8B-B14F-4D97-AF65-F5344CB8AC3E}">
        <p14:creationId xmlns:p14="http://schemas.microsoft.com/office/powerpoint/2010/main" val="256588363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21E06-F32E-ACD8-B6A0-FD97624B01E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EF8B4B0-8942-7E36-7652-05126A5F4BEB}"/>
              </a:ext>
            </a:extLst>
          </p:cNvPr>
          <p:cNvSpPr>
            <a:spLocks noGrp="1"/>
          </p:cNvSpPr>
          <p:nvPr>
            <p:ph type="title"/>
          </p:nvPr>
        </p:nvSpPr>
        <p:spPr/>
        <p:txBody>
          <a:bodyPr/>
          <a:lstStyle/>
          <a:p>
            <a:r>
              <a:rPr lang="fr-CA" err="1"/>
              <a:t>Map</a:t>
            </a:r>
            <a:r>
              <a:rPr lang="fr-CA"/>
              <a:t> of </a:t>
            </a:r>
            <a:r>
              <a:rPr lang="fr-CA" err="1"/>
              <a:t>environmental</a:t>
            </a:r>
            <a:r>
              <a:rPr lang="fr-CA"/>
              <a:t> </a:t>
            </a:r>
            <a:r>
              <a:rPr lang="fr-CA" err="1"/>
              <a:t>contentious</a:t>
            </a:r>
            <a:r>
              <a:rPr lang="fr-CA"/>
              <a:t> </a:t>
            </a:r>
            <a:r>
              <a:rPr lang="fr-CA" err="1"/>
              <a:t>subjects</a:t>
            </a:r>
            <a:endParaRPr lang="en-CA"/>
          </a:p>
        </p:txBody>
      </p:sp>
      <p:pic>
        <p:nvPicPr>
          <p:cNvPr id="7" name="Espace réservé du contenu 6">
            <a:extLst>
              <a:ext uri="{FF2B5EF4-FFF2-40B4-BE49-F238E27FC236}">
                <a16:creationId xmlns:a16="http://schemas.microsoft.com/office/drawing/2014/main" id="{4ECD5C06-FF66-DF38-CF98-8600C5D91A3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67323" y="1097348"/>
            <a:ext cx="4348980" cy="4348980"/>
          </a:xfrm>
          <a:prstGeom prst="rect">
            <a:avLst/>
          </a:prstGeom>
        </p:spPr>
      </p:pic>
    </p:spTree>
    <p:extLst>
      <p:ext uri="{BB962C8B-B14F-4D97-AF65-F5344CB8AC3E}">
        <p14:creationId xmlns:p14="http://schemas.microsoft.com/office/powerpoint/2010/main" val="374617312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8C5FE24-633A-6A4F-C0EC-91270F298885}"/>
              </a:ext>
            </a:extLst>
          </p:cNvPr>
          <p:cNvSpPr>
            <a:spLocks noGrp="1"/>
          </p:cNvSpPr>
          <p:nvPr>
            <p:ph type="ftr" sz="quarter" idx="11"/>
          </p:nvPr>
        </p:nvSpPr>
        <p:spPr>
          <a:xfrm>
            <a:off x="1354561" y="5412059"/>
            <a:ext cx="3217443" cy="258085"/>
          </a:xfrm>
        </p:spPr>
        <p:txBody>
          <a:bodyPr anchor="ctr">
            <a:normAutofit/>
          </a:bodyPr>
          <a:lstStyle/>
          <a:p>
            <a:pPr>
              <a:spcAft>
                <a:spcPts val="600"/>
              </a:spcAft>
            </a:pPr>
            <a:r>
              <a:rPr lang="de-AT"/>
              <a:t>Fusszeile</a:t>
            </a:r>
          </a:p>
        </p:txBody>
      </p:sp>
      <p:sp>
        <p:nvSpPr>
          <p:cNvPr id="4" name="Slide Number Placeholder 3">
            <a:extLst>
              <a:ext uri="{FF2B5EF4-FFF2-40B4-BE49-F238E27FC236}">
                <a16:creationId xmlns:a16="http://schemas.microsoft.com/office/drawing/2014/main" id="{582409BE-EEC7-9AAE-E042-14445E0B83DC}"/>
              </a:ext>
            </a:extLst>
          </p:cNvPr>
          <p:cNvSpPr>
            <a:spLocks noGrp="1"/>
          </p:cNvSpPr>
          <p:nvPr>
            <p:ph type="sldNum" sz="quarter" idx="12"/>
          </p:nvPr>
        </p:nvSpPr>
        <p:spPr>
          <a:xfrm>
            <a:off x="462407" y="5412059"/>
            <a:ext cx="892150" cy="258085"/>
          </a:xfrm>
        </p:spPr>
        <p:txBody>
          <a:bodyPr anchor="ctr">
            <a:normAutofit/>
          </a:bodyPr>
          <a:lstStyle/>
          <a:p>
            <a:pPr>
              <a:spcAft>
                <a:spcPts val="600"/>
              </a:spcAft>
            </a:pPr>
            <a:r>
              <a:rPr lang="de-AT"/>
              <a:t>SEITE </a:t>
            </a:r>
            <a:fld id="{BE3DC40E-DBBE-4E2D-9EEC-FBF0DA0E9179}" type="slidenum">
              <a:rPr lang="de-AT" smtClean="0"/>
              <a:pPr>
                <a:spcAft>
                  <a:spcPts val="600"/>
                </a:spcAft>
              </a:pPr>
              <a:t>15</a:t>
            </a:fld>
            <a:endParaRPr lang="de-AT"/>
          </a:p>
        </p:txBody>
      </p:sp>
      <p:sp>
        <p:nvSpPr>
          <p:cNvPr id="6" name="Title 5">
            <a:extLst>
              <a:ext uri="{FF2B5EF4-FFF2-40B4-BE49-F238E27FC236}">
                <a16:creationId xmlns:a16="http://schemas.microsoft.com/office/drawing/2014/main" id="{28E51042-FB52-7C10-B8A7-62A8D5BF83F1}"/>
              </a:ext>
            </a:extLst>
          </p:cNvPr>
          <p:cNvSpPr>
            <a:spLocks noGrp="1"/>
          </p:cNvSpPr>
          <p:nvPr>
            <p:ph type="title"/>
          </p:nvPr>
        </p:nvSpPr>
        <p:spPr>
          <a:xfrm>
            <a:off x="462408" y="139700"/>
            <a:ext cx="6840000" cy="903822"/>
          </a:xfrm>
        </p:spPr>
        <p:txBody>
          <a:bodyPr anchor="ctr">
            <a:normAutofit/>
          </a:bodyPr>
          <a:lstStyle/>
          <a:p>
            <a:r>
              <a:rPr lang="fr-CA" dirty="0" err="1"/>
              <a:t>Results</a:t>
            </a:r>
            <a:endParaRPr lang="en-CA" dirty="0"/>
          </a:p>
        </p:txBody>
      </p:sp>
      <p:graphicFrame>
        <p:nvGraphicFramePr>
          <p:cNvPr id="13" name="Text Placeholder 9">
            <a:extLst>
              <a:ext uri="{FF2B5EF4-FFF2-40B4-BE49-F238E27FC236}">
                <a16:creationId xmlns:a16="http://schemas.microsoft.com/office/drawing/2014/main" id="{DF8C8D42-2683-6943-D8D9-3D93CCD5D1A6}"/>
              </a:ext>
            </a:extLst>
          </p:cNvPr>
          <p:cNvGraphicFramePr/>
          <p:nvPr>
            <p:extLst>
              <p:ext uri="{D42A27DB-BD31-4B8C-83A1-F6EECF244321}">
                <p14:modId xmlns:p14="http://schemas.microsoft.com/office/powerpoint/2010/main" val="756010820"/>
              </p:ext>
            </p:extLst>
          </p:nvPr>
        </p:nvGraphicFramePr>
        <p:xfrm>
          <a:off x="462019" y="1344613"/>
          <a:ext cx="7759644" cy="3853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11283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08D44-AF21-04DA-B2C8-4DB075CC103B}"/>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D01D37D-588D-6530-34D4-23E8466B8890}"/>
              </a:ext>
            </a:extLst>
          </p:cNvPr>
          <p:cNvPicPr>
            <a:picLocks noGrp="1" noChangeAspect="1"/>
          </p:cNvPicPr>
          <p:nvPr>
            <p:ph sz="half" idx="1"/>
          </p:nvPr>
        </p:nvPicPr>
        <p:blipFill>
          <a:blip r:embed="rId2"/>
          <a:stretch>
            <a:fillRect/>
          </a:stretch>
        </p:blipFill>
        <p:spPr>
          <a:xfrm>
            <a:off x="0" y="1116160"/>
            <a:ext cx="5610050" cy="4481232"/>
          </a:xfrm>
          <a:prstGeom prst="rect">
            <a:avLst/>
          </a:prstGeom>
          <a:noFill/>
        </p:spPr>
      </p:pic>
      <p:sp>
        <p:nvSpPr>
          <p:cNvPr id="10" name="Content Placeholder 9">
            <a:extLst>
              <a:ext uri="{FF2B5EF4-FFF2-40B4-BE49-F238E27FC236}">
                <a16:creationId xmlns:a16="http://schemas.microsoft.com/office/drawing/2014/main" id="{923CDD3C-861C-5BFD-AE19-B3060BB12A41}"/>
              </a:ext>
            </a:extLst>
          </p:cNvPr>
          <p:cNvSpPr>
            <a:spLocks noGrp="1"/>
          </p:cNvSpPr>
          <p:nvPr>
            <p:ph sz="half" idx="2"/>
          </p:nvPr>
        </p:nvSpPr>
        <p:spPr>
          <a:xfrm>
            <a:off x="5816516" y="1982095"/>
            <a:ext cx="2971784" cy="3289152"/>
          </a:xfrm>
        </p:spPr>
        <p:txBody>
          <a:bodyPr>
            <a:normAutofit fontScale="92500" lnSpcReduction="10000"/>
          </a:bodyPr>
          <a:lstStyle/>
          <a:p>
            <a:pPr marL="342900" indent="-342900">
              <a:buFont typeface="+mj-lt"/>
              <a:buAutoNum type="arabicPeriod"/>
            </a:pPr>
            <a:r>
              <a:rPr lang="fr-CA"/>
              <a:t>Seed: Topics </a:t>
            </a:r>
            <a:r>
              <a:rPr lang="fr-CA" err="1"/>
              <a:t>from</a:t>
            </a:r>
            <a:r>
              <a:rPr lang="fr-CA"/>
              <a:t> </a:t>
            </a:r>
            <a:r>
              <a:rPr lang="fr-CA" err="1"/>
              <a:t>taxonomy</a:t>
            </a:r>
            <a:endParaRPr lang="fr-CA"/>
          </a:p>
          <a:p>
            <a:pPr marL="342900" indent="-342900">
              <a:buFont typeface="+mj-lt"/>
              <a:buAutoNum type="arabicPeriod"/>
            </a:pPr>
            <a:r>
              <a:rPr lang="fr-CA"/>
              <a:t>Import </a:t>
            </a:r>
            <a:r>
              <a:rPr lang="fr-CA" err="1"/>
              <a:t>Buzzfeed</a:t>
            </a:r>
            <a:r>
              <a:rPr lang="fr-CA"/>
              <a:t> </a:t>
            </a:r>
            <a:r>
              <a:rPr lang="fr-CA" err="1"/>
              <a:t>dataset</a:t>
            </a:r>
            <a:endParaRPr lang="fr-CA"/>
          </a:p>
          <a:p>
            <a:pPr marL="342900" indent="-342900">
              <a:buFont typeface="+mj-lt"/>
              <a:buAutoNum type="arabicPeriod"/>
            </a:pPr>
            <a:r>
              <a:rPr lang="fr-CA" err="1"/>
              <a:t>Remove</a:t>
            </a:r>
            <a:r>
              <a:rPr lang="fr-CA"/>
              <a:t> stop </a:t>
            </a:r>
            <a:r>
              <a:rPr lang="fr-CA" err="1"/>
              <a:t>words</a:t>
            </a:r>
            <a:endParaRPr lang="fr-CA"/>
          </a:p>
          <a:p>
            <a:pPr marL="615950" lvl="1" indent="-342900">
              <a:buFont typeface="+mj-lt"/>
              <a:buAutoNum type="arabicPeriod"/>
            </a:pPr>
            <a:r>
              <a:rPr lang="fr-CA"/>
              <a:t>N-gram range (1,2)</a:t>
            </a:r>
          </a:p>
          <a:p>
            <a:pPr marL="615950" lvl="1" indent="-342900">
              <a:buFont typeface="+mj-lt"/>
              <a:buAutoNum type="arabicPeriod"/>
            </a:pPr>
            <a:r>
              <a:rPr lang="fr-CA" err="1"/>
              <a:t>Min_df</a:t>
            </a:r>
            <a:r>
              <a:rPr lang="fr-CA"/>
              <a:t> 2</a:t>
            </a:r>
          </a:p>
          <a:p>
            <a:pPr marL="342900" indent="-342900">
              <a:buFont typeface="+mj-lt"/>
              <a:buAutoNum type="arabicPeriod"/>
            </a:pPr>
            <a:r>
              <a:rPr lang="en-CA"/>
              <a:t>Settings for model fitting</a:t>
            </a:r>
          </a:p>
          <a:p>
            <a:pPr marL="615950" lvl="1" indent="-342900">
              <a:buFont typeface="+mj-lt"/>
              <a:buAutoNum type="arabicPeriod"/>
            </a:pPr>
            <a:r>
              <a:rPr lang="en-CA"/>
              <a:t>Min Topic Size 5</a:t>
            </a:r>
          </a:p>
          <a:p>
            <a:pPr marL="615950" lvl="1" indent="-342900">
              <a:buFont typeface="+mj-lt"/>
              <a:buAutoNum type="arabicPeriod"/>
            </a:pPr>
            <a:r>
              <a:rPr lang="en-CA"/>
              <a:t>Min Similarity 0.3</a:t>
            </a:r>
          </a:p>
          <a:p>
            <a:pPr marL="342900" indent="-342900">
              <a:buFont typeface="+mj-lt"/>
              <a:buAutoNum type="arabicPeriod"/>
            </a:pPr>
            <a:r>
              <a:rPr lang="en-CA"/>
              <a:t>Training</a:t>
            </a:r>
          </a:p>
          <a:p>
            <a:pPr marL="342900" indent="-342900">
              <a:buFont typeface="+mj-lt"/>
              <a:buAutoNum type="arabicPeriod"/>
            </a:pPr>
            <a:r>
              <a:rPr lang="en-CA"/>
              <a:t>Inspecting non-outliers</a:t>
            </a:r>
          </a:p>
          <a:p>
            <a:pPr marL="342900" indent="-342900">
              <a:buFont typeface="+mj-lt"/>
              <a:buAutoNum type="arabicPeriod"/>
            </a:pPr>
            <a:r>
              <a:rPr lang="en-CA"/>
              <a:t>Visualizing</a:t>
            </a:r>
          </a:p>
          <a:p>
            <a:pPr marL="342900" indent="-342900">
              <a:buFont typeface="+mj-lt"/>
              <a:buAutoNum type="arabicPeriod"/>
            </a:pPr>
            <a:endParaRPr lang="en-CA"/>
          </a:p>
        </p:txBody>
      </p:sp>
      <p:sp>
        <p:nvSpPr>
          <p:cNvPr id="3" name="Footer Placeholder 2">
            <a:extLst>
              <a:ext uri="{FF2B5EF4-FFF2-40B4-BE49-F238E27FC236}">
                <a16:creationId xmlns:a16="http://schemas.microsoft.com/office/drawing/2014/main" id="{01645E2D-2505-F062-887C-944FF5DAFBC9}"/>
              </a:ext>
            </a:extLst>
          </p:cNvPr>
          <p:cNvSpPr>
            <a:spLocks noGrp="1"/>
          </p:cNvSpPr>
          <p:nvPr>
            <p:ph type="ftr" sz="quarter" idx="15"/>
          </p:nvPr>
        </p:nvSpPr>
        <p:spPr/>
        <p:txBody>
          <a:bodyPr anchor="ctr">
            <a:normAutofit/>
          </a:bodyPr>
          <a:lstStyle/>
          <a:p>
            <a:pPr>
              <a:spcAft>
                <a:spcPts val="600"/>
              </a:spcAft>
            </a:pPr>
            <a:r>
              <a:rPr lang="de-AT"/>
              <a:t>Fusszeile</a:t>
            </a:r>
          </a:p>
        </p:txBody>
      </p:sp>
      <p:sp>
        <p:nvSpPr>
          <p:cNvPr id="4" name="Slide Number Placeholder 3">
            <a:extLst>
              <a:ext uri="{FF2B5EF4-FFF2-40B4-BE49-F238E27FC236}">
                <a16:creationId xmlns:a16="http://schemas.microsoft.com/office/drawing/2014/main" id="{FD718488-4698-6BAE-0E53-7A73788865CE}"/>
              </a:ext>
            </a:extLst>
          </p:cNvPr>
          <p:cNvSpPr>
            <a:spLocks noGrp="1"/>
          </p:cNvSpPr>
          <p:nvPr>
            <p:ph type="sldNum" sz="quarter" idx="16"/>
          </p:nvPr>
        </p:nvSpPr>
        <p:spPr/>
        <p:txBody>
          <a:bodyPr anchor="ctr">
            <a:normAutofit/>
          </a:bodyPr>
          <a:lstStyle/>
          <a:p>
            <a:pPr>
              <a:spcAft>
                <a:spcPts val="600"/>
              </a:spcAft>
            </a:pPr>
            <a:r>
              <a:rPr lang="de-AT"/>
              <a:t>SEITE </a:t>
            </a:r>
            <a:fld id="{BE3DC40E-DBBE-4E2D-9EEC-FBF0DA0E9179}" type="slidenum">
              <a:rPr lang="de-AT" smtClean="0"/>
              <a:pPr>
                <a:spcAft>
                  <a:spcPts val="600"/>
                </a:spcAft>
              </a:pPr>
              <a:t>16</a:t>
            </a:fld>
            <a:endParaRPr lang="de-AT"/>
          </a:p>
        </p:txBody>
      </p:sp>
      <p:sp>
        <p:nvSpPr>
          <p:cNvPr id="5" name="Title 4">
            <a:extLst>
              <a:ext uri="{FF2B5EF4-FFF2-40B4-BE49-F238E27FC236}">
                <a16:creationId xmlns:a16="http://schemas.microsoft.com/office/drawing/2014/main" id="{23E88170-94D0-09F0-10C3-2C0D273F74DC}"/>
              </a:ext>
            </a:extLst>
          </p:cNvPr>
          <p:cNvSpPr>
            <a:spLocks noGrp="1"/>
          </p:cNvSpPr>
          <p:nvPr>
            <p:ph type="title"/>
          </p:nvPr>
        </p:nvSpPr>
        <p:spPr/>
        <p:txBody>
          <a:bodyPr anchor="ctr">
            <a:normAutofit/>
          </a:bodyPr>
          <a:lstStyle/>
          <a:p>
            <a:r>
              <a:rPr lang="fr-CA" err="1"/>
              <a:t>BERTopic</a:t>
            </a:r>
            <a:r>
              <a:rPr lang="fr-CA"/>
              <a:t> </a:t>
            </a:r>
            <a:r>
              <a:rPr lang="fr-CA" err="1"/>
              <a:t>directed</a:t>
            </a:r>
            <a:r>
              <a:rPr lang="fr-CA"/>
              <a:t> model</a:t>
            </a:r>
            <a:endParaRPr lang="en-CA"/>
          </a:p>
        </p:txBody>
      </p:sp>
      <p:sp>
        <p:nvSpPr>
          <p:cNvPr id="12" name="Text Placeholder 11">
            <a:extLst>
              <a:ext uri="{FF2B5EF4-FFF2-40B4-BE49-F238E27FC236}">
                <a16:creationId xmlns:a16="http://schemas.microsoft.com/office/drawing/2014/main" id="{FA47A336-E3D4-3ADB-416B-F06296DD7295}"/>
              </a:ext>
            </a:extLst>
          </p:cNvPr>
          <p:cNvSpPr>
            <a:spLocks noGrp="1"/>
          </p:cNvSpPr>
          <p:nvPr>
            <p:ph type="body" idx="17"/>
          </p:nvPr>
        </p:nvSpPr>
        <p:spPr>
          <a:xfrm>
            <a:off x="5716921" y="1344613"/>
            <a:ext cx="2971784" cy="533136"/>
          </a:xfrm>
        </p:spPr>
        <p:txBody>
          <a:bodyPr/>
          <a:lstStyle/>
          <a:p>
            <a:pPr algn="ctr"/>
            <a:r>
              <a:rPr lang="fr-CA" err="1"/>
              <a:t>Zeroshot</a:t>
            </a:r>
            <a:r>
              <a:rPr lang="fr-CA"/>
              <a:t> </a:t>
            </a:r>
            <a:r>
              <a:rPr lang="fr-CA" err="1"/>
              <a:t>method</a:t>
            </a:r>
            <a:endParaRPr lang="en-CA"/>
          </a:p>
        </p:txBody>
      </p:sp>
    </p:spTree>
    <p:extLst>
      <p:ext uri="{BB962C8B-B14F-4D97-AF65-F5344CB8AC3E}">
        <p14:creationId xmlns:p14="http://schemas.microsoft.com/office/powerpoint/2010/main" val="300272393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3D41F-AC11-2CDC-BEE1-18BB3E2301DD}"/>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8B4BE15-E39C-98A9-8064-610933C6E0CF}"/>
              </a:ext>
            </a:extLst>
          </p:cNvPr>
          <p:cNvPicPr>
            <a:picLocks noGrp="1" noChangeAspect="1"/>
          </p:cNvPicPr>
          <p:nvPr>
            <p:ph sz="half" idx="1"/>
          </p:nvPr>
        </p:nvPicPr>
        <p:blipFill>
          <a:blip r:embed="rId2"/>
          <a:stretch>
            <a:fillRect/>
          </a:stretch>
        </p:blipFill>
        <p:spPr>
          <a:xfrm>
            <a:off x="0" y="1116160"/>
            <a:ext cx="5610050" cy="4481232"/>
          </a:xfrm>
          <a:prstGeom prst="rect">
            <a:avLst/>
          </a:prstGeom>
          <a:noFill/>
        </p:spPr>
      </p:pic>
      <p:graphicFrame>
        <p:nvGraphicFramePr>
          <p:cNvPr id="2" name="Content Placeholder 1">
            <a:extLst>
              <a:ext uri="{FF2B5EF4-FFF2-40B4-BE49-F238E27FC236}">
                <a16:creationId xmlns:a16="http://schemas.microsoft.com/office/drawing/2014/main" id="{6F754E15-228D-1774-8B40-DE47A9BAE320}"/>
              </a:ext>
            </a:extLst>
          </p:cNvPr>
          <p:cNvGraphicFramePr>
            <a:graphicFrameLocks noGrp="1"/>
          </p:cNvGraphicFramePr>
          <p:nvPr>
            <p:ph sz="half" idx="2"/>
            <p:extLst>
              <p:ext uri="{D42A27DB-BD31-4B8C-83A1-F6EECF244321}">
                <p14:modId xmlns:p14="http://schemas.microsoft.com/office/powerpoint/2010/main" val="2166175042"/>
              </p:ext>
            </p:extLst>
          </p:nvPr>
        </p:nvGraphicFramePr>
        <p:xfrm>
          <a:off x="5610050" y="2178840"/>
          <a:ext cx="3065638" cy="30249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411C317-9138-45C8-EF70-F55F48BED9AD}"/>
              </a:ext>
            </a:extLst>
          </p:cNvPr>
          <p:cNvSpPr>
            <a:spLocks noGrp="1"/>
          </p:cNvSpPr>
          <p:nvPr>
            <p:ph type="ftr" sz="quarter" idx="15"/>
          </p:nvPr>
        </p:nvSpPr>
        <p:spPr/>
        <p:txBody>
          <a:bodyPr anchor="ctr">
            <a:normAutofit/>
          </a:bodyPr>
          <a:lstStyle/>
          <a:p>
            <a:pPr>
              <a:spcAft>
                <a:spcPts val="600"/>
              </a:spcAft>
            </a:pPr>
            <a:r>
              <a:rPr lang="de-AT"/>
              <a:t>Fusszeile</a:t>
            </a:r>
          </a:p>
        </p:txBody>
      </p:sp>
      <p:sp>
        <p:nvSpPr>
          <p:cNvPr id="4" name="Slide Number Placeholder 3">
            <a:extLst>
              <a:ext uri="{FF2B5EF4-FFF2-40B4-BE49-F238E27FC236}">
                <a16:creationId xmlns:a16="http://schemas.microsoft.com/office/drawing/2014/main" id="{019BCCEC-A95B-1B9D-5362-E98652B4A1D5}"/>
              </a:ext>
            </a:extLst>
          </p:cNvPr>
          <p:cNvSpPr>
            <a:spLocks noGrp="1"/>
          </p:cNvSpPr>
          <p:nvPr>
            <p:ph type="sldNum" sz="quarter" idx="16"/>
          </p:nvPr>
        </p:nvSpPr>
        <p:spPr/>
        <p:txBody>
          <a:bodyPr anchor="ctr">
            <a:normAutofit/>
          </a:bodyPr>
          <a:lstStyle/>
          <a:p>
            <a:pPr>
              <a:spcAft>
                <a:spcPts val="600"/>
              </a:spcAft>
            </a:pPr>
            <a:r>
              <a:rPr lang="de-AT"/>
              <a:t>SEITE </a:t>
            </a:r>
            <a:fld id="{BE3DC40E-DBBE-4E2D-9EEC-FBF0DA0E9179}" type="slidenum">
              <a:rPr lang="de-AT" smtClean="0"/>
              <a:pPr>
                <a:spcAft>
                  <a:spcPts val="600"/>
                </a:spcAft>
              </a:pPr>
              <a:t>17</a:t>
            </a:fld>
            <a:endParaRPr lang="de-AT"/>
          </a:p>
        </p:txBody>
      </p:sp>
      <p:sp>
        <p:nvSpPr>
          <p:cNvPr id="5" name="Title 4">
            <a:extLst>
              <a:ext uri="{FF2B5EF4-FFF2-40B4-BE49-F238E27FC236}">
                <a16:creationId xmlns:a16="http://schemas.microsoft.com/office/drawing/2014/main" id="{61311394-8FD9-C64B-9462-10051868B2F5}"/>
              </a:ext>
            </a:extLst>
          </p:cNvPr>
          <p:cNvSpPr>
            <a:spLocks noGrp="1"/>
          </p:cNvSpPr>
          <p:nvPr>
            <p:ph type="title"/>
          </p:nvPr>
        </p:nvSpPr>
        <p:spPr/>
        <p:txBody>
          <a:bodyPr anchor="ctr">
            <a:normAutofit/>
          </a:bodyPr>
          <a:lstStyle/>
          <a:p>
            <a:r>
              <a:rPr lang="fr-CA" err="1"/>
              <a:t>BERTopic</a:t>
            </a:r>
            <a:r>
              <a:rPr lang="fr-CA"/>
              <a:t> </a:t>
            </a:r>
            <a:r>
              <a:rPr lang="fr-CA" err="1"/>
              <a:t>directed</a:t>
            </a:r>
            <a:r>
              <a:rPr lang="fr-CA"/>
              <a:t> model</a:t>
            </a:r>
            <a:endParaRPr lang="en-CA"/>
          </a:p>
        </p:txBody>
      </p:sp>
      <p:sp>
        <p:nvSpPr>
          <p:cNvPr id="12" name="Text Placeholder 11">
            <a:extLst>
              <a:ext uri="{FF2B5EF4-FFF2-40B4-BE49-F238E27FC236}">
                <a16:creationId xmlns:a16="http://schemas.microsoft.com/office/drawing/2014/main" id="{7239B06B-91E2-B509-9136-161D3F969604}"/>
              </a:ext>
            </a:extLst>
          </p:cNvPr>
          <p:cNvSpPr>
            <a:spLocks noGrp="1"/>
          </p:cNvSpPr>
          <p:nvPr>
            <p:ph type="body" idx="17"/>
          </p:nvPr>
        </p:nvSpPr>
        <p:spPr>
          <a:xfrm>
            <a:off x="5716921" y="1344613"/>
            <a:ext cx="2971784" cy="533136"/>
          </a:xfrm>
        </p:spPr>
        <p:txBody>
          <a:bodyPr/>
          <a:lstStyle/>
          <a:p>
            <a:pPr algn="ctr"/>
            <a:r>
              <a:rPr lang="fr-CA" dirty="0" err="1"/>
              <a:t>Zeroshot</a:t>
            </a:r>
            <a:r>
              <a:rPr lang="fr-CA" dirty="0"/>
              <a:t> </a:t>
            </a:r>
            <a:r>
              <a:rPr lang="fr-CA" dirty="0" err="1"/>
              <a:t>method</a:t>
            </a:r>
            <a:endParaRPr lang="en-CA" dirty="0"/>
          </a:p>
        </p:txBody>
      </p:sp>
    </p:spTree>
    <p:extLst>
      <p:ext uri="{BB962C8B-B14F-4D97-AF65-F5344CB8AC3E}">
        <p14:creationId xmlns:p14="http://schemas.microsoft.com/office/powerpoint/2010/main" val="114427977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F6D4C656-F464-2860-AF0D-7194C1FE3187}"/>
              </a:ext>
            </a:extLst>
          </p:cNvPr>
          <p:cNvSpPr>
            <a:spLocks noGrp="1"/>
          </p:cNvSpPr>
          <p:nvPr>
            <p:ph sz="half" idx="2"/>
          </p:nvPr>
        </p:nvSpPr>
        <p:spPr>
          <a:xfrm>
            <a:off x="5703903" y="1935991"/>
            <a:ext cx="3171156" cy="3389044"/>
          </a:xfrm>
        </p:spPr>
        <p:txBody>
          <a:bodyPr>
            <a:normAutofit lnSpcReduction="10000"/>
          </a:bodyPr>
          <a:lstStyle/>
          <a:p>
            <a:pPr marL="342900" indent="-342900">
              <a:buFont typeface="+mj-lt"/>
              <a:buAutoNum type="arabicPeriod"/>
            </a:pPr>
            <a:r>
              <a:rPr lang="fr-CA"/>
              <a:t>Seed: Topics + keywords </a:t>
            </a:r>
            <a:r>
              <a:rPr lang="fr-CA" err="1"/>
              <a:t>from</a:t>
            </a:r>
            <a:r>
              <a:rPr lang="fr-CA"/>
              <a:t> </a:t>
            </a:r>
            <a:r>
              <a:rPr lang="fr-CA" err="1"/>
              <a:t>taxonomy</a:t>
            </a:r>
            <a:endParaRPr lang="fr-CA"/>
          </a:p>
          <a:p>
            <a:pPr marL="342900" indent="-342900">
              <a:buFont typeface="+mj-lt"/>
              <a:buAutoNum type="arabicPeriod"/>
            </a:pPr>
            <a:r>
              <a:rPr lang="fr-CA"/>
              <a:t>Import </a:t>
            </a:r>
            <a:r>
              <a:rPr lang="fr-CA" err="1"/>
              <a:t>Snopes</a:t>
            </a:r>
            <a:r>
              <a:rPr lang="fr-CA"/>
              <a:t> </a:t>
            </a:r>
            <a:r>
              <a:rPr lang="fr-CA" err="1"/>
              <a:t>dataset</a:t>
            </a:r>
            <a:endParaRPr lang="fr-CA"/>
          </a:p>
          <a:p>
            <a:pPr marL="342900" indent="-342900">
              <a:buFont typeface="+mj-lt"/>
              <a:buAutoNum type="arabicPeriod"/>
            </a:pPr>
            <a:r>
              <a:rPr lang="fr-CA" err="1"/>
              <a:t>Remove</a:t>
            </a:r>
            <a:r>
              <a:rPr lang="fr-CA"/>
              <a:t> stop </a:t>
            </a:r>
            <a:r>
              <a:rPr lang="fr-CA" err="1"/>
              <a:t>words</a:t>
            </a:r>
            <a:endParaRPr lang="fr-CA"/>
          </a:p>
          <a:p>
            <a:pPr marL="615950" lvl="1" indent="-342900">
              <a:buFont typeface="+mj-lt"/>
              <a:buAutoNum type="arabicPeriod"/>
            </a:pPr>
            <a:r>
              <a:rPr lang="fr-CA" err="1"/>
              <a:t>Min_df</a:t>
            </a:r>
            <a:r>
              <a:rPr lang="fr-CA"/>
              <a:t> 3</a:t>
            </a:r>
          </a:p>
          <a:p>
            <a:pPr marL="342900" indent="-342900">
              <a:buFont typeface="+mj-lt"/>
              <a:buAutoNum type="arabicPeriod"/>
            </a:pPr>
            <a:r>
              <a:rPr lang="en-CA"/>
              <a:t>Settings for model fitting</a:t>
            </a:r>
          </a:p>
          <a:p>
            <a:pPr marL="615950" lvl="1" indent="-342900">
              <a:buFont typeface="+mj-lt"/>
              <a:buAutoNum type="arabicPeriod"/>
            </a:pPr>
            <a:r>
              <a:rPr lang="en-CA" err="1"/>
              <a:t>Anchor_strength</a:t>
            </a:r>
            <a:r>
              <a:rPr lang="en-CA"/>
              <a:t> 5</a:t>
            </a:r>
          </a:p>
          <a:p>
            <a:pPr marL="615950" lvl="1" indent="-342900">
              <a:buFont typeface="+mj-lt"/>
              <a:buAutoNum type="arabicPeriod"/>
            </a:pPr>
            <a:r>
              <a:rPr lang="en-CA"/>
              <a:t>Seed (topics </a:t>
            </a:r>
            <a:r>
              <a:rPr lang="en-CA" err="1"/>
              <a:t>values+keys</a:t>
            </a:r>
            <a:r>
              <a:rPr lang="en-CA"/>
              <a:t>)</a:t>
            </a:r>
          </a:p>
          <a:p>
            <a:pPr marL="342900" indent="-342900">
              <a:buFont typeface="+mj-lt"/>
              <a:buAutoNum type="arabicPeriod"/>
            </a:pPr>
            <a:r>
              <a:rPr lang="en-CA"/>
              <a:t>Training</a:t>
            </a:r>
          </a:p>
          <a:p>
            <a:pPr marL="342900" indent="-342900">
              <a:buFont typeface="+mj-lt"/>
              <a:buAutoNum type="arabicPeriod"/>
            </a:pPr>
            <a:r>
              <a:rPr lang="en-CA"/>
              <a:t>Inspecting main topics and top words</a:t>
            </a:r>
          </a:p>
          <a:p>
            <a:pPr marL="342900" indent="-342900">
              <a:buFont typeface="+mj-lt"/>
              <a:buAutoNum type="arabicPeriod"/>
            </a:pPr>
            <a:r>
              <a:rPr lang="en-CA"/>
              <a:t>Visualizing</a:t>
            </a:r>
          </a:p>
          <a:p>
            <a:pPr marL="342900" indent="-342900">
              <a:buFont typeface="+mj-lt"/>
              <a:buAutoNum type="arabicPeriod"/>
            </a:pPr>
            <a:endParaRPr lang="en-CA"/>
          </a:p>
        </p:txBody>
      </p:sp>
      <p:sp>
        <p:nvSpPr>
          <p:cNvPr id="3" name="Footer Placeholder 2">
            <a:extLst>
              <a:ext uri="{FF2B5EF4-FFF2-40B4-BE49-F238E27FC236}">
                <a16:creationId xmlns:a16="http://schemas.microsoft.com/office/drawing/2014/main" id="{2380B982-2C21-71D7-D5CA-583BD634BAB0}"/>
              </a:ext>
            </a:extLst>
          </p:cNvPr>
          <p:cNvSpPr>
            <a:spLocks noGrp="1"/>
          </p:cNvSpPr>
          <p:nvPr>
            <p:ph type="ftr" sz="quarter" idx="15"/>
          </p:nvPr>
        </p:nvSpPr>
        <p:spPr/>
        <p:txBody>
          <a:bodyPr anchor="ctr">
            <a:normAutofit/>
          </a:bodyPr>
          <a:lstStyle/>
          <a:p>
            <a:pPr>
              <a:spcAft>
                <a:spcPts val="600"/>
              </a:spcAft>
            </a:pPr>
            <a:r>
              <a:rPr lang="de-AT"/>
              <a:t>Fusszeile</a:t>
            </a:r>
          </a:p>
        </p:txBody>
      </p:sp>
      <p:sp>
        <p:nvSpPr>
          <p:cNvPr id="4" name="Slide Number Placeholder 3">
            <a:extLst>
              <a:ext uri="{FF2B5EF4-FFF2-40B4-BE49-F238E27FC236}">
                <a16:creationId xmlns:a16="http://schemas.microsoft.com/office/drawing/2014/main" id="{A6099B56-A686-6CC6-6390-8031ADAB6E71}"/>
              </a:ext>
            </a:extLst>
          </p:cNvPr>
          <p:cNvSpPr>
            <a:spLocks noGrp="1"/>
          </p:cNvSpPr>
          <p:nvPr>
            <p:ph type="sldNum" sz="quarter" idx="16"/>
          </p:nvPr>
        </p:nvSpPr>
        <p:spPr/>
        <p:txBody>
          <a:bodyPr anchor="ctr">
            <a:normAutofit/>
          </a:bodyPr>
          <a:lstStyle/>
          <a:p>
            <a:pPr>
              <a:spcAft>
                <a:spcPts val="600"/>
              </a:spcAft>
            </a:pPr>
            <a:r>
              <a:rPr lang="de-AT"/>
              <a:t>SEITE </a:t>
            </a:r>
            <a:fld id="{BE3DC40E-DBBE-4E2D-9EEC-FBF0DA0E9179}" type="slidenum">
              <a:rPr lang="de-AT" smtClean="0"/>
              <a:pPr>
                <a:spcAft>
                  <a:spcPts val="600"/>
                </a:spcAft>
              </a:pPr>
              <a:t>18</a:t>
            </a:fld>
            <a:endParaRPr lang="de-AT"/>
          </a:p>
        </p:txBody>
      </p:sp>
      <p:sp>
        <p:nvSpPr>
          <p:cNvPr id="5" name="Title 4">
            <a:extLst>
              <a:ext uri="{FF2B5EF4-FFF2-40B4-BE49-F238E27FC236}">
                <a16:creationId xmlns:a16="http://schemas.microsoft.com/office/drawing/2014/main" id="{7610384F-D576-E3AD-B5C2-4B0BA66A0C9E}"/>
              </a:ext>
            </a:extLst>
          </p:cNvPr>
          <p:cNvSpPr>
            <a:spLocks noGrp="1"/>
          </p:cNvSpPr>
          <p:nvPr>
            <p:ph type="title"/>
          </p:nvPr>
        </p:nvSpPr>
        <p:spPr/>
        <p:txBody>
          <a:bodyPr anchor="ctr">
            <a:normAutofit/>
          </a:bodyPr>
          <a:lstStyle/>
          <a:p>
            <a:r>
              <a:rPr lang="fr-CA"/>
              <a:t>CorEx </a:t>
            </a:r>
            <a:r>
              <a:rPr lang="fr-CA" err="1"/>
              <a:t>anchored</a:t>
            </a:r>
            <a:r>
              <a:rPr lang="fr-CA"/>
              <a:t> model</a:t>
            </a:r>
            <a:endParaRPr lang="en-CA"/>
          </a:p>
        </p:txBody>
      </p:sp>
      <p:sp>
        <p:nvSpPr>
          <p:cNvPr id="12" name="Text Placeholder 11">
            <a:extLst>
              <a:ext uri="{FF2B5EF4-FFF2-40B4-BE49-F238E27FC236}">
                <a16:creationId xmlns:a16="http://schemas.microsoft.com/office/drawing/2014/main" id="{C52A2538-2A11-DDAD-E127-C393E8A72D1D}"/>
              </a:ext>
            </a:extLst>
          </p:cNvPr>
          <p:cNvSpPr>
            <a:spLocks noGrp="1"/>
          </p:cNvSpPr>
          <p:nvPr>
            <p:ph type="body" idx="17"/>
          </p:nvPr>
        </p:nvSpPr>
        <p:spPr>
          <a:xfrm>
            <a:off x="5716921" y="1344613"/>
            <a:ext cx="2971784" cy="533136"/>
          </a:xfrm>
        </p:spPr>
        <p:txBody>
          <a:bodyPr/>
          <a:lstStyle/>
          <a:p>
            <a:pPr algn="ctr"/>
            <a:r>
              <a:rPr lang="fr-CA" dirty="0"/>
              <a:t>Two sets of </a:t>
            </a:r>
            <a:r>
              <a:rPr lang="fr-CA" dirty="0" err="1"/>
              <a:t>seeds</a:t>
            </a:r>
            <a:endParaRPr lang="en-CA" dirty="0"/>
          </a:p>
        </p:txBody>
      </p:sp>
      <p:pic>
        <p:nvPicPr>
          <p:cNvPr id="18" name="Picture 17">
            <a:extLst>
              <a:ext uri="{FF2B5EF4-FFF2-40B4-BE49-F238E27FC236}">
                <a16:creationId xmlns:a16="http://schemas.microsoft.com/office/drawing/2014/main" id="{72F603C0-4B1D-EE04-8360-69B5486250A7}"/>
              </a:ext>
            </a:extLst>
          </p:cNvPr>
          <p:cNvPicPr>
            <a:picLocks noChangeAspect="1"/>
          </p:cNvPicPr>
          <p:nvPr/>
        </p:nvPicPr>
        <p:blipFill>
          <a:blip r:embed="rId2"/>
          <a:stretch>
            <a:fillRect/>
          </a:stretch>
        </p:blipFill>
        <p:spPr>
          <a:xfrm>
            <a:off x="0" y="1114185"/>
            <a:ext cx="5599155" cy="4600815"/>
          </a:xfrm>
          <a:prstGeom prst="rect">
            <a:avLst/>
          </a:prstGeom>
        </p:spPr>
      </p:pic>
    </p:spTree>
    <p:extLst>
      <p:ext uri="{BB962C8B-B14F-4D97-AF65-F5344CB8AC3E}">
        <p14:creationId xmlns:p14="http://schemas.microsoft.com/office/powerpoint/2010/main" val="6265436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1FA61-B8CC-438D-AFB4-E5083921BF5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B1A82A-1369-24A3-5983-4220638566BC}"/>
              </a:ext>
            </a:extLst>
          </p:cNvPr>
          <p:cNvSpPr>
            <a:spLocks noGrp="1"/>
          </p:cNvSpPr>
          <p:nvPr>
            <p:ph type="ftr" sz="quarter" idx="15"/>
          </p:nvPr>
        </p:nvSpPr>
        <p:spPr/>
        <p:txBody>
          <a:bodyPr anchor="ctr">
            <a:normAutofit/>
          </a:bodyPr>
          <a:lstStyle/>
          <a:p>
            <a:pPr>
              <a:spcAft>
                <a:spcPts val="600"/>
              </a:spcAft>
            </a:pPr>
            <a:r>
              <a:rPr lang="en-CA" noProof="0" err="1"/>
              <a:t>Fusszeile</a:t>
            </a:r>
            <a:endParaRPr lang="en-CA" noProof="0"/>
          </a:p>
        </p:txBody>
      </p:sp>
      <p:sp>
        <p:nvSpPr>
          <p:cNvPr id="4" name="Slide Number Placeholder 3">
            <a:extLst>
              <a:ext uri="{FF2B5EF4-FFF2-40B4-BE49-F238E27FC236}">
                <a16:creationId xmlns:a16="http://schemas.microsoft.com/office/drawing/2014/main" id="{E7D68587-7DE5-3B2E-BB5D-909DDB03D1D4}"/>
              </a:ext>
            </a:extLst>
          </p:cNvPr>
          <p:cNvSpPr>
            <a:spLocks noGrp="1"/>
          </p:cNvSpPr>
          <p:nvPr>
            <p:ph type="sldNum" sz="quarter" idx="16"/>
          </p:nvPr>
        </p:nvSpPr>
        <p:spPr/>
        <p:txBody>
          <a:bodyPr anchor="ctr">
            <a:normAutofit/>
          </a:bodyPr>
          <a:lstStyle/>
          <a:p>
            <a:pPr>
              <a:spcAft>
                <a:spcPts val="600"/>
              </a:spcAft>
            </a:pPr>
            <a:r>
              <a:rPr lang="en-CA" noProof="0"/>
              <a:t>SEITE </a:t>
            </a:r>
            <a:fld id="{BE3DC40E-DBBE-4E2D-9EEC-FBF0DA0E9179}" type="slidenum">
              <a:rPr lang="en-CA" noProof="0" smtClean="0"/>
              <a:pPr>
                <a:spcAft>
                  <a:spcPts val="600"/>
                </a:spcAft>
              </a:pPr>
              <a:t>19</a:t>
            </a:fld>
            <a:endParaRPr lang="en-CA" noProof="0"/>
          </a:p>
        </p:txBody>
      </p:sp>
      <p:sp>
        <p:nvSpPr>
          <p:cNvPr id="5" name="Title 4">
            <a:extLst>
              <a:ext uri="{FF2B5EF4-FFF2-40B4-BE49-F238E27FC236}">
                <a16:creationId xmlns:a16="http://schemas.microsoft.com/office/drawing/2014/main" id="{CD0DCB1A-B02D-0AA9-0F21-ECCD75410FC1}"/>
              </a:ext>
            </a:extLst>
          </p:cNvPr>
          <p:cNvSpPr>
            <a:spLocks noGrp="1"/>
          </p:cNvSpPr>
          <p:nvPr>
            <p:ph type="title"/>
          </p:nvPr>
        </p:nvSpPr>
        <p:spPr/>
        <p:txBody>
          <a:bodyPr anchor="ctr">
            <a:normAutofit/>
          </a:bodyPr>
          <a:lstStyle/>
          <a:p>
            <a:r>
              <a:rPr lang="en-CA" noProof="0" err="1"/>
              <a:t>CorEx</a:t>
            </a:r>
            <a:r>
              <a:rPr lang="en-CA" noProof="0"/>
              <a:t> anchored model</a:t>
            </a:r>
          </a:p>
        </p:txBody>
      </p:sp>
      <p:sp>
        <p:nvSpPr>
          <p:cNvPr id="12" name="Text Placeholder 11">
            <a:extLst>
              <a:ext uri="{FF2B5EF4-FFF2-40B4-BE49-F238E27FC236}">
                <a16:creationId xmlns:a16="http://schemas.microsoft.com/office/drawing/2014/main" id="{B6BC9416-9F34-E6ED-3CEE-4DEB1129400A}"/>
              </a:ext>
            </a:extLst>
          </p:cNvPr>
          <p:cNvSpPr>
            <a:spLocks noGrp="1"/>
          </p:cNvSpPr>
          <p:nvPr>
            <p:ph type="body" idx="17"/>
          </p:nvPr>
        </p:nvSpPr>
        <p:spPr>
          <a:xfrm>
            <a:off x="5716921" y="1344613"/>
            <a:ext cx="2971784" cy="533136"/>
          </a:xfrm>
        </p:spPr>
        <p:txBody>
          <a:bodyPr/>
          <a:lstStyle/>
          <a:p>
            <a:pPr algn="ctr"/>
            <a:r>
              <a:rPr lang="en-CA" noProof="0" dirty="0"/>
              <a:t>Two sets of seeds</a:t>
            </a:r>
          </a:p>
        </p:txBody>
      </p:sp>
      <p:graphicFrame>
        <p:nvGraphicFramePr>
          <p:cNvPr id="2" name="Content Placeholder 1">
            <a:extLst>
              <a:ext uri="{FF2B5EF4-FFF2-40B4-BE49-F238E27FC236}">
                <a16:creationId xmlns:a16="http://schemas.microsoft.com/office/drawing/2014/main" id="{FFD310A0-8EA8-5641-181C-EC511E4F8B1B}"/>
              </a:ext>
            </a:extLst>
          </p:cNvPr>
          <p:cNvGraphicFramePr>
            <a:graphicFrameLocks noGrp="1"/>
          </p:cNvGraphicFramePr>
          <p:nvPr>
            <p:ph sz="half" idx="2"/>
            <p:extLst>
              <p:ext uri="{D42A27DB-BD31-4B8C-83A1-F6EECF244321}">
                <p14:modId xmlns:p14="http://schemas.microsoft.com/office/powerpoint/2010/main" val="1241600206"/>
              </p:ext>
            </p:extLst>
          </p:nvPr>
        </p:nvGraphicFramePr>
        <p:xfrm>
          <a:off x="5703888" y="1936750"/>
          <a:ext cx="3171825" cy="3387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E91CA149-1E09-0CF7-F219-17B7AEE1BED8}"/>
              </a:ext>
            </a:extLst>
          </p:cNvPr>
          <p:cNvPicPr>
            <a:picLocks noChangeAspect="1"/>
          </p:cNvPicPr>
          <p:nvPr/>
        </p:nvPicPr>
        <p:blipFill>
          <a:blip r:embed="rId7"/>
          <a:stretch>
            <a:fillRect/>
          </a:stretch>
        </p:blipFill>
        <p:spPr>
          <a:xfrm>
            <a:off x="268287" y="963206"/>
            <a:ext cx="4400182" cy="4706938"/>
          </a:xfrm>
          <a:prstGeom prst="rect">
            <a:avLst/>
          </a:prstGeom>
        </p:spPr>
      </p:pic>
    </p:spTree>
    <p:extLst>
      <p:ext uri="{BB962C8B-B14F-4D97-AF65-F5344CB8AC3E}">
        <p14:creationId xmlns:p14="http://schemas.microsoft.com/office/powerpoint/2010/main" val="285408511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71CC531-445F-54B1-5A87-65B0E6F08152}"/>
              </a:ext>
            </a:extLst>
          </p:cNvPr>
          <p:cNvSpPr>
            <a:spLocks noGrp="1"/>
          </p:cNvSpPr>
          <p:nvPr>
            <p:ph type="ftr" sz="quarter" idx="15"/>
          </p:nvPr>
        </p:nvSpPr>
        <p:spPr/>
        <p:txBody>
          <a:bodyPr/>
          <a:lstStyle/>
          <a:p>
            <a:r>
              <a:rPr lang="de-AT"/>
              <a:t>Fusszeile</a:t>
            </a:r>
          </a:p>
        </p:txBody>
      </p:sp>
      <p:sp>
        <p:nvSpPr>
          <p:cNvPr id="6" name="Slide Number Placeholder 5">
            <a:extLst>
              <a:ext uri="{FF2B5EF4-FFF2-40B4-BE49-F238E27FC236}">
                <a16:creationId xmlns:a16="http://schemas.microsoft.com/office/drawing/2014/main" id="{29C94BC9-AEED-688C-2AB1-4DB9B4659F0A}"/>
              </a:ext>
            </a:extLst>
          </p:cNvPr>
          <p:cNvSpPr>
            <a:spLocks noGrp="1"/>
          </p:cNvSpPr>
          <p:nvPr>
            <p:ph type="sldNum" sz="quarter" idx="16"/>
          </p:nvPr>
        </p:nvSpPr>
        <p:spPr/>
        <p:txBody>
          <a:bodyPr/>
          <a:lstStyle/>
          <a:p>
            <a:r>
              <a:rPr lang="de-AT"/>
              <a:t>SEITE </a:t>
            </a:r>
            <a:fld id="{BE3DC40E-DBBE-4E2D-9EEC-FBF0DA0E9179}" type="slidenum">
              <a:rPr lang="de-AT" smtClean="0"/>
              <a:t>20</a:t>
            </a:fld>
            <a:endParaRPr lang="de-AT"/>
          </a:p>
        </p:txBody>
      </p:sp>
      <p:sp>
        <p:nvSpPr>
          <p:cNvPr id="7" name="Title 6">
            <a:extLst>
              <a:ext uri="{FF2B5EF4-FFF2-40B4-BE49-F238E27FC236}">
                <a16:creationId xmlns:a16="http://schemas.microsoft.com/office/drawing/2014/main" id="{7695BB5C-1F1A-F1B9-E5A7-F4A906C919E6}"/>
              </a:ext>
            </a:extLst>
          </p:cNvPr>
          <p:cNvSpPr>
            <a:spLocks noGrp="1"/>
          </p:cNvSpPr>
          <p:nvPr>
            <p:ph type="title"/>
          </p:nvPr>
        </p:nvSpPr>
        <p:spPr>
          <a:xfrm>
            <a:off x="462407" y="139700"/>
            <a:ext cx="7064459" cy="903822"/>
          </a:xfrm>
        </p:spPr>
        <p:txBody>
          <a:bodyPr/>
          <a:lstStyle/>
          <a:p>
            <a:r>
              <a:rPr lang="fr-CA"/>
              <a:t>How </a:t>
            </a:r>
            <a:r>
              <a:rPr lang="fr-CA" err="1"/>
              <a:t>insightful</a:t>
            </a:r>
            <a:r>
              <a:rPr lang="fr-CA"/>
              <a:t>? (5 least </a:t>
            </a:r>
            <a:r>
              <a:rPr lang="fr-CA" err="1"/>
              <a:t>represented</a:t>
            </a:r>
            <a:r>
              <a:rPr lang="fr-CA"/>
              <a:t> topics)</a:t>
            </a:r>
            <a:endParaRPr lang="en-CA"/>
          </a:p>
        </p:txBody>
      </p:sp>
      <p:pic>
        <p:nvPicPr>
          <p:cNvPr id="10" name="Picture 9">
            <a:extLst>
              <a:ext uri="{FF2B5EF4-FFF2-40B4-BE49-F238E27FC236}">
                <a16:creationId xmlns:a16="http://schemas.microsoft.com/office/drawing/2014/main" id="{0255EA2E-FAAC-1EC0-C66C-EA4839008476}"/>
              </a:ext>
            </a:extLst>
          </p:cNvPr>
          <p:cNvPicPr>
            <a:picLocks noChangeAspect="1"/>
          </p:cNvPicPr>
          <p:nvPr/>
        </p:nvPicPr>
        <p:blipFill>
          <a:blip r:embed="rId2"/>
          <a:stretch>
            <a:fillRect/>
          </a:stretch>
        </p:blipFill>
        <p:spPr>
          <a:xfrm rot="5400000">
            <a:off x="2325361" y="-1117579"/>
            <a:ext cx="4493277" cy="8953953"/>
          </a:xfrm>
          <a:prstGeom prst="rect">
            <a:avLst/>
          </a:prstGeom>
        </p:spPr>
      </p:pic>
      <p:sp>
        <p:nvSpPr>
          <p:cNvPr id="2" name="Rectangle 1">
            <a:extLst>
              <a:ext uri="{FF2B5EF4-FFF2-40B4-BE49-F238E27FC236}">
                <a16:creationId xmlns:a16="http://schemas.microsoft.com/office/drawing/2014/main" id="{405145C3-D292-1D2A-4D02-6259211C21E7}"/>
              </a:ext>
            </a:extLst>
          </p:cNvPr>
          <p:cNvSpPr/>
          <p:nvPr/>
        </p:nvSpPr>
        <p:spPr>
          <a:xfrm>
            <a:off x="470893" y="2979576"/>
            <a:ext cx="1767328" cy="3798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Rectangle 2">
            <a:extLst>
              <a:ext uri="{FF2B5EF4-FFF2-40B4-BE49-F238E27FC236}">
                <a16:creationId xmlns:a16="http://schemas.microsoft.com/office/drawing/2014/main" id="{05EA7342-A64E-A77B-D5E8-D93E6D1CB336}"/>
              </a:ext>
            </a:extLst>
          </p:cNvPr>
          <p:cNvSpPr/>
          <p:nvPr/>
        </p:nvSpPr>
        <p:spPr>
          <a:xfrm>
            <a:off x="462407" y="3622278"/>
            <a:ext cx="1767328" cy="3798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89147149"/>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F3D4B-F1AB-2116-CF3A-1FFEC10DB8BE}"/>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5792DAE-298D-BE5C-0F0F-6D03ED9A67DB}"/>
              </a:ext>
            </a:extLst>
          </p:cNvPr>
          <p:cNvSpPr>
            <a:spLocks noGrp="1"/>
          </p:cNvSpPr>
          <p:nvPr>
            <p:ph type="ftr" sz="quarter" idx="15"/>
          </p:nvPr>
        </p:nvSpPr>
        <p:spPr/>
        <p:txBody>
          <a:bodyPr/>
          <a:lstStyle/>
          <a:p>
            <a:r>
              <a:rPr lang="de-AT"/>
              <a:t>Fusszeile</a:t>
            </a:r>
          </a:p>
        </p:txBody>
      </p:sp>
      <p:sp>
        <p:nvSpPr>
          <p:cNvPr id="6" name="Slide Number Placeholder 5">
            <a:extLst>
              <a:ext uri="{FF2B5EF4-FFF2-40B4-BE49-F238E27FC236}">
                <a16:creationId xmlns:a16="http://schemas.microsoft.com/office/drawing/2014/main" id="{A323493A-2750-AE96-E63B-1EE1B4BE21B6}"/>
              </a:ext>
            </a:extLst>
          </p:cNvPr>
          <p:cNvSpPr>
            <a:spLocks noGrp="1"/>
          </p:cNvSpPr>
          <p:nvPr>
            <p:ph type="sldNum" sz="quarter" idx="16"/>
          </p:nvPr>
        </p:nvSpPr>
        <p:spPr/>
        <p:txBody>
          <a:bodyPr/>
          <a:lstStyle/>
          <a:p>
            <a:r>
              <a:rPr lang="de-AT"/>
              <a:t>SEITE </a:t>
            </a:r>
            <a:fld id="{BE3DC40E-DBBE-4E2D-9EEC-FBF0DA0E9179}" type="slidenum">
              <a:rPr lang="de-AT" smtClean="0"/>
              <a:t>21</a:t>
            </a:fld>
            <a:endParaRPr lang="de-AT"/>
          </a:p>
        </p:txBody>
      </p:sp>
      <p:sp>
        <p:nvSpPr>
          <p:cNvPr id="7" name="Title 6">
            <a:extLst>
              <a:ext uri="{FF2B5EF4-FFF2-40B4-BE49-F238E27FC236}">
                <a16:creationId xmlns:a16="http://schemas.microsoft.com/office/drawing/2014/main" id="{A2564CA9-89F5-14E0-0C73-DB8F69F9D75A}"/>
              </a:ext>
            </a:extLst>
          </p:cNvPr>
          <p:cNvSpPr>
            <a:spLocks noGrp="1"/>
          </p:cNvSpPr>
          <p:nvPr>
            <p:ph type="title"/>
          </p:nvPr>
        </p:nvSpPr>
        <p:spPr>
          <a:xfrm>
            <a:off x="462407" y="139700"/>
            <a:ext cx="7064459" cy="903822"/>
          </a:xfrm>
        </p:spPr>
        <p:txBody>
          <a:bodyPr/>
          <a:lstStyle/>
          <a:p>
            <a:r>
              <a:rPr lang="fr-CA"/>
              <a:t>How </a:t>
            </a:r>
            <a:r>
              <a:rPr lang="fr-CA" err="1"/>
              <a:t>insightful</a:t>
            </a:r>
            <a:r>
              <a:rPr lang="fr-CA"/>
              <a:t>? (5 </a:t>
            </a:r>
            <a:r>
              <a:rPr lang="fr-CA" err="1"/>
              <a:t>most</a:t>
            </a:r>
            <a:r>
              <a:rPr lang="fr-CA"/>
              <a:t> </a:t>
            </a:r>
            <a:r>
              <a:rPr lang="fr-CA" err="1"/>
              <a:t>represented</a:t>
            </a:r>
            <a:r>
              <a:rPr lang="fr-CA"/>
              <a:t> topics)</a:t>
            </a:r>
            <a:endParaRPr lang="en-CA"/>
          </a:p>
        </p:txBody>
      </p:sp>
      <p:pic>
        <p:nvPicPr>
          <p:cNvPr id="8" name="Picture 7">
            <a:extLst>
              <a:ext uri="{FF2B5EF4-FFF2-40B4-BE49-F238E27FC236}">
                <a16:creationId xmlns:a16="http://schemas.microsoft.com/office/drawing/2014/main" id="{26087C20-BC32-5CD0-CC29-073EA5088C70}"/>
              </a:ext>
            </a:extLst>
          </p:cNvPr>
          <p:cNvPicPr>
            <a:picLocks noChangeAspect="1"/>
          </p:cNvPicPr>
          <p:nvPr/>
        </p:nvPicPr>
        <p:blipFill>
          <a:blip r:embed="rId2"/>
          <a:stretch>
            <a:fillRect/>
          </a:stretch>
        </p:blipFill>
        <p:spPr>
          <a:xfrm rot="5400000">
            <a:off x="2439662" y="-1087291"/>
            <a:ext cx="4264677" cy="9060504"/>
          </a:xfrm>
          <a:prstGeom prst="rect">
            <a:avLst/>
          </a:prstGeom>
        </p:spPr>
      </p:pic>
    </p:spTree>
    <p:extLst>
      <p:ext uri="{BB962C8B-B14F-4D97-AF65-F5344CB8AC3E}">
        <p14:creationId xmlns:p14="http://schemas.microsoft.com/office/powerpoint/2010/main" val="31664054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292B648-AE12-6B96-AE3E-2FB7FA7EBFD8}"/>
              </a:ext>
            </a:extLst>
          </p:cNvPr>
          <p:cNvSpPr>
            <a:spLocks noGrp="1"/>
          </p:cNvSpPr>
          <p:nvPr>
            <p:ph type="body" idx="13"/>
          </p:nvPr>
        </p:nvSpPr>
        <p:spPr/>
        <p:txBody>
          <a:bodyPr/>
          <a:lstStyle/>
          <a:p>
            <a:pPr algn="ctr"/>
            <a:r>
              <a:rPr lang="fr-CA" err="1"/>
              <a:t>Snopes</a:t>
            </a:r>
            <a:r>
              <a:rPr lang="fr-CA"/>
              <a:t> </a:t>
            </a:r>
            <a:r>
              <a:rPr lang="fr-CA" err="1"/>
              <a:t>dataset</a:t>
            </a:r>
            <a:endParaRPr lang="en-CA"/>
          </a:p>
        </p:txBody>
      </p:sp>
      <p:sp>
        <p:nvSpPr>
          <p:cNvPr id="6" name="Slide Number Placeholder 5">
            <a:extLst>
              <a:ext uri="{FF2B5EF4-FFF2-40B4-BE49-F238E27FC236}">
                <a16:creationId xmlns:a16="http://schemas.microsoft.com/office/drawing/2014/main" id="{15673B50-105F-DB75-A775-F93B9895508E}"/>
              </a:ext>
            </a:extLst>
          </p:cNvPr>
          <p:cNvSpPr>
            <a:spLocks noGrp="1"/>
          </p:cNvSpPr>
          <p:nvPr>
            <p:ph type="sldNum" sz="quarter" idx="16"/>
          </p:nvPr>
        </p:nvSpPr>
        <p:spPr/>
        <p:txBody>
          <a:bodyPr/>
          <a:lstStyle/>
          <a:p>
            <a:r>
              <a:rPr lang="de-AT"/>
              <a:t>SEITE </a:t>
            </a:r>
            <a:fld id="{BE3DC40E-DBBE-4E2D-9EEC-FBF0DA0E9179}" type="slidenum">
              <a:rPr lang="de-AT" smtClean="0"/>
              <a:t>22</a:t>
            </a:fld>
            <a:endParaRPr lang="de-AT"/>
          </a:p>
        </p:txBody>
      </p:sp>
      <p:sp>
        <p:nvSpPr>
          <p:cNvPr id="7" name="Title 6">
            <a:extLst>
              <a:ext uri="{FF2B5EF4-FFF2-40B4-BE49-F238E27FC236}">
                <a16:creationId xmlns:a16="http://schemas.microsoft.com/office/drawing/2014/main" id="{81E61577-7DF0-0BB0-4C8C-4CCF696DAAC8}"/>
              </a:ext>
            </a:extLst>
          </p:cNvPr>
          <p:cNvSpPr>
            <a:spLocks noGrp="1"/>
          </p:cNvSpPr>
          <p:nvPr>
            <p:ph type="title"/>
          </p:nvPr>
        </p:nvSpPr>
        <p:spPr/>
        <p:txBody>
          <a:bodyPr/>
          <a:lstStyle/>
          <a:p>
            <a:r>
              <a:rPr lang="fr-CA" err="1"/>
              <a:t>NewsAPI</a:t>
            </a:r>
            <a:r>
              <a:rPr lang="fr-CA"/>
              <a:t> for </a:t>
            </a:r>
            <a:r>
              <a:rPr lang="fr-CA" err="1"/>
              <a:t>recent</a:t>
            </a:r>
            <a:r>
              <a:rPr lang="fr-CA"/>
              <a:t> news </a:t>
            </a:r>
            <a:r>
              <a:rPr lang="fr-CA" err="1"/>
              <a:t>comparison</a:t>
            </a:r>
            <a:endParaRPr lang="en-CA"/>
          </a:p>
        </p:txBody>
      </p:sp>
      <p:sp>
        <p:nvSpPr>
          <p:cNvPr id="8" name="Text Placeholder 7">
            <a:extLst>
              <a:ext uri="{FF2B5EF4-FFF2-40B4-BE49-F238E27FC236}">
                <a16:creationId xmlns:a16="http://schemas.microsoft.com/office/drawing/2014/main" id="{AC34C638-8C78-2A30-1EED-C1E9C8DCE45E}"/>
              </a:ext>
            </a:extLst>
          </p:cNvPr>
          <p:cNvSpPr>
            <a:spLocks noGrp="1"/>
          </p:cNvSpPr>
          <p:nvPr>
            <p:ph type="body" idx="17"/>
          </p:nvPr>
        </p:nvSpPr>
        <p:spPr/>
        <p:txBody>
          <a:bodyPr/>
          <a:lstStyle/>
          <a:p>
            <a:pPr algn="ctr"/>
            <a:r>
              <a:rPr lang="fr-CA"/>
              <a:t>Last </a:t>
            </a:r>
            <a:r>
              <a:rPr lang="fr-CA" err="1"/>
              <a:t>month</a:t>
            </a:r>
            <a:r>
              <a:rPr lang="fr-CA"/>
              <a:t> </a:t>
            </a:r>
            <a:r>
              <a:rPr lang="fr-CA" err="1"/>
              <a:t>from</a:t>
            </a:r>
            <a:r>
              <a:rPr lang="fr-CA"/>
              <a:t> index corpus</a:t>
            </a:r>
            <a:endParaRPr lang="en-CA"/>
          </a:p>
        </p:txBody>
      </p:sp>
      <p:pic>
        <p:nvPicPr>
          <p:cNvPr id="10" name="Picture 9">
            <a:extLst>
              <a:ext uri="{FF2B5EF4-FFF2-40B4-BE49-F238E27FC236}">
                <a16:creationId xmlns:a16="http://schemas.microsoft.com/office/drawing/2014/main" id="{5529CB64-D3E2-C7A1-9247-F981E09B107E}"/>
              </a:ext>
            </a:extLst>
          </p:cNvPr>
          <p:cNvPicPr>
            <a:picLocks noChangeAspect="1"/>
          </p:cNvPicPr>
          <p:nvPr/>
        </p:nvPicPr>
        <p:blipFill>
          <a:blip r:embed="rId2"/>
          <a:stretch>
            <a:fillRect/>
          </a:stretch>
        </p:blipFill>
        <p:spPr>
          <a:xfrm>
            <a:off x="4988613" y="1877749"/>
            <a:ext cx="3439372" cy="1384312"/>
          </a:xfrm>
          <a:prstGeom prst="rect">
            <a:avLst/>
          </a:prstGeom>
        </p:spPr>
      </p:pic>
      <p:pic>
        <p:nvPicPr>
          <p:cNvPr id="12" name="Picture 11">
            <a:extLst>
              <a:ext uri="{FF2B5EF4-FFF2-40B4-BE49-F238E27FC236}">
                <a16:creationId xmlns:a16="http://schemas.microsoft.com/office/drawing/2014/main" id="{115A2EDA-E369-2631-4E24-E0C9A719D6E9}"/>
              </a:ext>
            </a:extLst>
          </p:cNvPr>
          <p:cNvPicPr>
            <a:picLocks noChangeAspect="1"/>
          </p:cNvPicPr>
          <p:nvPr/>
        </p:nvPicPr>
        <p:blipFill>
          <a:blip r:embed="rId3"/>
          <a:stretch>
            <a:fillRect/>
          </a:stretch>
        </p:blipFill>
        <p:spPr>
          <a:xfrm>
            <a:off x="940022" y="1891843"/>
            <a:ext cx="3017393" cy="1370218"/>
          </a:xfrm>
          <a:prstGeom prst="rect">
            <a:avLst/>
          </a:prstGeom>
        </p:spPr>
      </p:pic>
      <p:graphicFrame>
        <p:nvGraphicFramePr>
          <p:cNvPr id="20" name="Chart 19">
            <a:extLst>
              <a:ext uri="{FF2B5EF4-FFF2-40B4-BE49-F238E27FC236}">
                <a16:creationId xmlns:a16="http://schemas.microsoft.com/office/drawing/2014/main" id="{11C5E475-BBD6-1088-AA5C-CB60FAB32689}"/>
              </a:ext>
            </a:extLst>
          </p:cNvPr>
          <p:cNvGraphicFramePr>
            <a:graphicFrameLocks/>
          </p:cNvGraphicFramePr>
          <p:nvPr>
            <p:extLst>
              <p:ext uri="{D42A27DB-BD31-4B8C-83A1-F6EECF244321}">
                <p14:modId xmlns:p14="http://schemas.microsoft.com/office/powerpoint/2010/main" val="3102523235"/>
              </p:ext>
            </p:extLst>
          </p:nvPr>
        </p:nvGraphicFramePr>
        <p:xfrm>
          <a:off x="410633" y="3276155"/>
          <a:ext cx="8322733" cy="239398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426045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C9C38BC-1947-F06C-3FCD-103667642CE8}"/>
              </a:ext>
            </a:extLst>
          </p:cNvPr>
          <p:cNvSpPr>
            <a:spLocks noGrp="1"/>
          </p:cNvSpPr>
          <p:nvPr>
            <p:ph idx="1"/>
          </p:nvPr>
        </p:nvSpPr>
        <p:spPr/>
        <p:txBody>
          <a:bodyPr/>
          <a:lstStyle/>
          <a:p>
            <a:r>
              <a:rPr lang="fr-CA"/>
              <a:t>Query for </a:t>
            </a:r>
            <a:r>
              <a:rPr lang="fr-CA" err="1"/>
              <a:t>recent</a:t>
            </a:r>
            <a:r>
              <a:rPr lang="fr-CA"/>
              <a:t> articles </a:t>
            </a:r>
            <a:r>
              <a:rPr lang="fr-CA" err="1"/>
              <a:t>with</a:t>
            </a:r>
            <a:r>
              <a:rPr lang="fr-CA"/>
              <a:t> the </a:t>
            </a:r>
            <a:r>
              <a:rPr lang="fr-CA" err="1"/>
              <a:t>theme</a:t>
            </a:r>
            <a:endParaRPr lang="en-CA"/>
          </a:p>
        </p:txBody>
      </p:sp>
      <p:sp>
        <p:nvSpPr>
          <p:cNvPr id="5" name="Footer Placeholder 4">
            <a:extLst>
              <a:ext uri="{FF2B5EF4-FFF2-40B4-BE49-F238E27FC236}">
                <a16:creationId xmlns:a16="http://schemas.microsoft.com/office/drawing/2014/main" id="{4F52553F-16A6-4E57-6B19-3142127D9F74}"/>
              </a:ext>
            </a:extLst>
          </p:cNvPr>
          <p:cNvSpPr>
            <a:spLocks noGrp="1"/>
          </p:cNvSpPr>
          <p:nvPr>
            <p:ph type="ftr" sz="quarter" idx="11"/>
          </p:nvPr>
        </p:nvSpPr>
        <p:spPr/>
        <p:txBody>
          <a:bodyPr/>
          <a:lstStyle/>
          <a:p>
            <a:r>
              <a:rPr lang="de-AT"/>
              <a:t>Fusszeile</a:t>
            </a:r>
          </a:p>
        </p:txBody>
      </p:sp>
      <p:sp>
        <p:nvSpPr>
          <p:cNvPr id="6" name="Slide Number Placeholder 5">
            <a:extLst>
              <a:ext uri="{FF2B5EF4-FFF2-40B4-BE49-F238E27FC236}">
                <a16:creationId xmlns:a16="http://schemas.microsoft.com/office/drawing/2014/main" id="{4DDF113B-1CC8-DFA8-EC21-202C6E71E4DD}"/>
              </a:ext>
            </a:extLst>
          </p:cNvPr>
          <p:cNvSpPr>
            <a:spLocks noGrp="1"/>
          </p:cNvSpPr>
          <p:nvPr>
            <p:ph type="sldNum" sz="quarter" idx="12"/>
          </p:nvPr>
        </p:nvSpPr>
        <p:spPr/>
        <p:txBody>
          <a:bodyPr/>
          <a:lstStyle/>
          <a:p>
            <a:r>
              <a:rPr lang="de-AT"/>
              <a:t>SEITE </a:t>
            </a:r>
            <a:fld id="{BE3DC40E-DBBE-4E2D-9EEC-FBF0DA0E9179}" type="slidenum">
              <a:rPr lang="de-AT" smtClean="0"/>
              <a:t>23</a:t>
            </a:fld>
            <a:endParaRPr lang="de-AT"/>
          </a:p>
        </p:txBody>
      </p:sp>
      <p:sp>
        <p:nvSpPr>
          <p:cNvPr id="9" name="Title 8">
            <a:extLst>
              <a:ext uri="{FF2B5EF4-FFF2-40B4-BE49-F238E27FC236}">
                <a16:creationId xmlns:a16="http://schemas.microsoft.com/office/drawing/2014/main" id="{92EC2ACE-D75F-B90E-2A48-8D7641C13B5C}"/>
              </a:ext>
            </a:extLst>
          </p:cNvPr>
          <p:cNvSpPr>
            <a:spLocks noGrp="1"/>
          </p:cNvSpPr>
          <p:nvPr>
            <p:ph type="title"/>
          </p:nvPr>
        </p:nvSpPr>
        <p:spPr/>
        <p:txBody>
          <a:bodyPr/>
          <a:lstStyle/>
          <a:p>
            <a:r>
              <a:rPr lang="fr-CA" err="1"/>
              <a:t>NewsAPI</a:t>
            </a:r>
            <a:r>
              <a:rPr lang="fr-CA"/>
              <a:t> for </a:t>
            </a:r>
            <a:r>
              <a:rPr lang="fr-CA" err="1"/>
              <a:t>recent</a:t>
            </a:r>
            <a:r>
              <a:rPr lang="fr-CA"/>
              <a:t> news exploration</a:t>
            </a:r>
            <a:endParaRPr lang="en-CA"/>
          </a:p>
        </p:txBody>
      </p:sp>
      <p:pic>
        <p:nvPicPr>
          <p:cNvPr id="12" name="Picture 11">
            <a:extLst>
              <a:ext uri="{FF2B5EF4-FFF2-40B4-BE49-F238E27FC236}">
                <a16:creationId xmlns:a16="http://schemas.microsoft.com/office/drawing/2014/main" id="{75512AA2-3E02-514C-3C12-75D32FE705C9}"/>
              </a:ext>
            </a:extLst>
          </p:cNvPr>
          <p:cNvPicPr>
            <a:picLocks noChangeAspect="1"/>
          </p:cNvPicPr>
          <p:nvPr/>
        </p:nvPicPr>
        <p:blipFill>
          <a:blip r:embed="rId2"/>
          <a:stretch>
            <a:fillRect/>
          </a:stretch>
        </p:blipFill>
        <p:spPr>
          <a:xfrm>
            <a:off x="772876" y="1757611"/>
            <a:ext cx="7598248" cy="3547678"/>
          </a:xfrm>
          <a:prstGeom prst="rect">
            <a:avLst/>
          </a:prstGeom>
        </p:spPr>
      </p:pic>
    </p:spTree>
    <p:extLst>
      <p:ext uri="{BB962C8B-B14F-4D97-AF65-F5344CB8AC3E}">
        <p14:creationId xmlns:p14="http://schemas.microsoft.com/office/powerpoint/2010/main" val="146993877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56AA77-1A0F-DC49-D328-2405FEADF0D7}"/>
              </a:ext>
            </a:extLst>
          </p:cNvPr>
          <p:cNvSpPr>
            <a:spLocks noGrp="1"/>
          </p:cNvSpPr>
          <p:nvPr>
            <p:ph type="sldNum" sz="quarter" idx="12"/>
          </p:nvPr>
        </p:nvSpPr>
        <p:spPr>
          <a:xfrm>
            <a:off x="462407" y="5412059"/>
            <a:ext cx="892150" cy="258085"/>
          </a:xfrm>
        </p:spPr>
        <p:txBody>
          <a:bodyPr anchor="ctr">
            <a:normAutofit/>
          </a:bodyPr>
          <a:lstStyle/>
          <a:p>
            <a:pPr>
              <a:spcAft>
                <a:spcPts val="600"/>
              </a:spcAft>
            </a:pPr>
            <a:r>
              <a:rPr lang="de-AT"/>
              <a:t>SEITE </a:t>
            </a:r>
            <a:fld id="{BE3DC40E-DBBE-4E2D-9EEC-FBF0DA0E9179}" type="slidenum">
              <a:rPr lang="de-AT" smtClean="0"/>
              <a:pPr>
                <a:spcAft>
                  <a:spcPts val="600"/>
                </a:spcAft>
              </a:pPr>
              <a:t>24</a:t>
            </a:fld>
            <a:endParaRPr lang="de-AT"/>
          </a:p>
        </p:txBody>
      </p:sp>
      <p:sp>
        <p:nvSpPr>
          <p:cNvPr id="5" name="Title 4">
            <a:extLst>
              <a:ext uri="{FF2B5EF4-FFF2-40B4-BE49-F238E27FC236}">
                <a16:creationId xmlns:a16="http://schemas.microsoft.com/office/drawing/2014/main" id="{7A78320E-225C-7BE4-6077-3B56FE3B3C2A}"/>
              </a:ext>
            </a:extLst>
          </p:cNvPr>
          <p:cNvSpPr>
            <a:spLocks noGrp="1"/>
          </p:cNvSpPr>
          <p:nvPr>
            <p:ph type="title"/>
          </p:nvPr>
        </p:nvSpPr>
        <p:spPr>
          <a:xfrm>
            <a:off x="462407" y="139700"/>
            <a:ext cx="7098325" cy="903822"/>
          </a:xfrm>
        </p:spPr>
        <p:txBody>
          <a:bodyPr anchor="ctr">
            <a:normAutofit/>
          </a:bodyPr>
          <a:lstStyle/>
          <a:p>
            <a:r>
              <a:rPr lang="fr-CA"/>
              <a:t>Output (</a:t>
            </a:r>
            <a:r>
              <a:rPr lang="en-US"/>
              <a:t>PostTreatment_dataset_CorEx.csv)</a:t>
            </a:r>
            <a:endParaRPr lang="en-CA"/>
          </a:p>
        </p:txBody>
      </p:sp>
      <p:graphicFrame>
        <p:nvGraphicFramePr>
          <p:cNvPr id="6" name="Content Placeholder 5">
            <a:extLst>
              <a:ext uri="{FF2B5EF4-FFF2-40B4-BE49-F238E27FC236}">
                <a16:creationId xmlns:a16="http://schemas.microsoft.com/office/drawing/2014/main" id="{49D72776-9AAF-7C33-0EAD-FA5976E955D1}"/>
              </a:ext>
            </a:extLst>
          </p:cNvPr>
          <p:cNvGraphicFramePr>
            <a:graphicFrameLocks noGrp="1"/>
          </p:cNvGraphicFramePr>
          <p:nvPr>
            <p:ph idx="1"/>
            <p:extLst>
              <p:ext uri="{D42A27DB-BD31-4B8C-83A1-F6EECF244321}">
                <p14:modId xmlns:p14="http://schemas.microsoft.com/office/powerpoint/2010/main" val="1084371562"/>
              </p:ext>
            </p:extLst>
          </p:nvPr>
        </p:nvGraphicFramePr>
        <p:xfrm>
          <a:off x="692178" y="1734154"/>
          <a:ext cx="7759644" cy="38539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37A23AD8-AA33-9023-4B06-407D755C994F}"/>
              </a:ext>
            </a:extLst>
          </p:cNvPr>
          <p:cNvSpPr txBox="1"/>
          <p:nvPr/>
        </p:nvSpPr>
        <p:spPr>
          <a:xfrm>
            <a:off x="245533" y="1202267"/>
            <a:ext cx="8788400" cy="738664"/>
          </a:xfrm>
          <a:prstGeom prst="rect">
            <a:avLst/>
          </a:prstGeom>
          <a:noFill/>
        </p:spPr>
        <p:txBody>
          <a:bodyPr wrap="square" rtlCol="0">
            <a:spAutoFit/>
          </a:bodyPr>
          <a:lstStyle/>
          <a:p>
            <a:r>
              <a:rPr lang="en-CA" sz="1200" err="1"/>
              <a:t>URL;ArticleText</a:t>
            </a:r>
            <a:r>
              <a:rPr lang="en-CA" sz="1200"/>
              <a:t>;(Sub-Category);Key NLP words </a:t>
            </a:r>
            <a:r>
              <a:rPr lang="en-CA" sz="1200" err="1"/>
              <a:t>targets;Broad</a:t>
            </a:r>
            <a:r>
              <a:rPr lang="en-CA" sz="1200"/>
              <a:t> </a:t>
            </a:r>
            <a:r>
              <a:rPr lang="en-CA" sz="1200" err="1"/>
              <a:t>subject;Category</a:t>
            </a:r>
            <a:r>
              <a:rPr lang="en-CA" sz="1200"/>
              <a:t> / Contentious </a:t>
            </a:r>
            <a:r>
              <a:rPr lang="en-CA" sz="1200" err="1"/>
              <a:t>sector;Category</a:t>
            </a:r>
            <a:r>
              <a:rPr lang="en-CA" sz="1200"/>
              <a:t> Conceptual </a:t>
            </a:r>
            <a:r>
              <a:rPr lang="en-CA" sz="1200" err="1"/>
              <a:t>Definition;Sub-Category</a:t>
            </a:r>
            <a:r>
              <a:rPr lang="en-CA" sz="1200"/>
              <a:t> Conceptual </a:t>
            </a:r>
            <a:r>
              <a:rPr lang="en-CA" sz="1200" err="1"/>
              <a:t>Definition;Key</a:t>
            </a:r>
            <a:r>
              <a:rPr lang="en-CA" sz="1200"/>
              <a:t> interests / key lobbies</a:t>
            </a:r>
          </a:p>
          <a:p>
            <a:endParaRPr lang="en-CA"/>
          </a:p>
        </p:txBody>
      </p:sp>
    </p:spTree>
    <p:extLst>
      <p:ext uri="{BB962C8B-B14F-4D97-AF65-F5344CB8AC3E}">
        <p14:creationId xmlns:p14="http://schemas.microsoft.com/office/powerpoint/2010/main" val="76802321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5AB3DD0-58EB-BC5B-F50A-170946E56109}"/>
              </a:ext>
            </a:extLst>
          </p:cNvPr>
          <p:cNvSpPr>
            <a:spLocks noGrp="1"/>
          </p:cNvSpPr>
          <p:nvPr>
            <p:ph sz="half" idx="1"/>
          </p:nvPr>
        </p:nvSpPr>
        <p:spPr/>
        <p:txBody>
          <a:bodyPr/>
          <a:lstStyle/>
          <a:p>
            <a:r>
              <a:rPr lang="fr-CA"/>
              <a:t>Insights at the </a:t>
            </a:r>
            <a:r>
              <a:rPr lang="fr-CA" err="1"/>
              <a:t>dataset</a:t>
            </a:r>
            <a:r>
              <a:rPr lang="fr-CA"/>
              <a:t> </a:t>
            </a:r>
            <a:r>
              <a:rPr lang="fr-CA" err="1"/>
              <a:t>level</a:t>
            </a:r>
            <a:r>
              <a:rPr lang="fr-CA"/>
              <a:t>:</a:t>
            </a:r>
          </a:p>
          <a:p>
            <a:pPr lvl="1"/>
            <a:r>
              <a:rPr lang="fr-CA" err="1"/>
              <a:t>Results</a:t>
            </a:r>
            <a:r>
              <a:rPr lang="fr-CA"/>
              <a:t>: main topics in the data</a:t>
            </a:r>
          </a:p>
          <a:p>
            <a:pPr lvl="2"/>
            <a:r>
              <a:rPr lang="fr-CA" err="1"/>
              <a:t>Exploratory</a:t>
            </a:r>
            <a:endParaRPr lang="fr-CA"/>
          </a:p>
          <a:p>
            <a:pPr lvl="2"/>
            <a:r>
              <a:rPr lang="fr-CA" err="1"/>
              <a:t>Directed</a:t>
            </a:r>
            <a:r>
              <a:rPr lang="fr-CA"/>
              <a:t> (</a:t>
            </a:r>
            <a:r>
              <a:rPr lang="fr-CA" err="1"/>
              <a:t>zeroshot</a:t>
            </a:r>
            <a:r>
              <a:rPr lang="fr-CA"/>
              <a:t>)</a:t>
            </a:r>
          </a:p>
          <a:p>
            <a:pPr lvl="1"/>
            <a:r>
              <a:rPr lang="fr-CA"/>
              <a:t>Public: </a:t>
            </a:r>
            <a:r>
              <a:rPr lang="fr-CA" err="1"/>
              <a:t>researchers</a:t>
            </a:r>
            <a:r>
              <a:rPr lang="fr-CA"/>
              <a:t> </a:t>
            </a:r>
            <a:r>
              <a:rPr lang="fr-CA" err="1"/>
              <a:t>that</a:t>
            </a:r>
            <a:r>
              <a:rPr lang="fr-CA"/>
              <a:t> </a:t>
            </a:r>
            <a:r>
              <a:rPr lang="fr-CA" err="1"/>
              <a:t>will</a:t>
            </a:r>
            <a:r>
              <a:rPr lang="fr-CA"/>
              <a:t> train the </a:t>
            </a:r>
            <a:r>
              <a:rPr lang="fr-CA" err="1"/>
              <a:t>models</a:t>
            </a:r>
            <a:r>
              <a:rPr lang="fr-CA"/>
              <a:t> (up-river)</a:t>
            </a:r>
          </a:p>
          <a:p>
            <a:pPr lvl="2"/>
            <a:r>
              <a:rPr lang="fr-CA"/>
              <a:t>Topic </a:t>
            </a:r>
            <a:r>
              <a:rPr lang="fr-CA" err="1"/>
              <a:t>density</a:t>
            </a:r>
            <a:endParaRPr lang="fr-CA"/>
          </a:p>
          <a:p>
            <a:pPr lvl="2"/>
            <a:r>
              <a:rPr lang="en-US"/>
              <a:t>Systematic bias</a:t>
            </a:r>
          </a:p>
          <a:p>
            <a:pPr lvl="2"/>
            <a:r>
              <a:rPr lang="en-US"/>
              <a:t>Missing data</a:t>
            </a:r>
          </a:p>
          <a:p>
            <a:pPr lvl="2"/>
            <a:r>
              <a:rPr lang="en-US"/>
              <a:t>Distorted parameter estimates</a:t>
            </a:r>
          </a:p>
          <a:p>
            <a:pPr lvl="2"/>
            <a:r>
              <a:rPr lang="en-US"/>
              <a:t>Reduced predictive power</a:t>
            </a:r>
          </a:p>
          <a:p>
            <a:pPr lvl="2"/>
            <a:r>
              <a:rPr lang="en-CA"/>
              <a:t>Generalization failure of </a:t>
            </a:r>
            <a:r>
              <a:rPr lang="en-US"/>
              <a:t>the model</a:t>
            </a:r>
            <a:endParaRPr lang="fr-CA"/>
          </a:p>
          <a:p>
            <a:pPr lvl="1"/>
            <a:endParaRPr lang="en-CA"/>
          </a:p>
        </p:txBody>
      </p:sp>
      <p:sp>
        <p:nvSpPr>
          <p:cNvPr id="10" name="Content Placeholder 9">
            <a:extLst>
              <a:ext uri="{FF2B5EF4-FFF2-40B4-BE49-F238E27FC236}">
                <a16:creationId xmlns:a16="http://schemas.microsoft.com/office/drawing/2014/main" id="{44AEED89-8F27-4ECD-6EC9-80368CA761CC}"/>
              </a:ext>
            </a:extLst>
          </p:cNvPr>
          <p:cNvSpPr>
            <a:spLocks noGrp="1"/>
          </p:cNvSpPr>
          <p:nvPr>
            <p:ph sz="half" idx="2"/>
          </p:nvPr>
        </p:nvSpPr>
        <p:spPr/>
        <p:txBody>
          <a:bodyPr/>
          <a:lstStyle/>
          <a:p>
            <a:r>
              <a:rPr lang="fr-CA"/>
              <a:t>Insights at the </a:t>
            </a:r>
            <a:r>
              <a:rPr lang="fr-CA" err="1"/>
              <a:t>dataset</a:t>
            </a:r>
            <a:r>
              <a:rPr lang="fr-CA"/>
              <a:t> AND </a:t>
            </a:r>
            <a:r>
              <a:rPr lang="fr-CA" err="1"/>
              <a:t>individual</a:t>
            </a:r>
            <a:r>
              <a:rPr lang="fr-CA"/>
              <a:t> article </a:t>
            </a:r>
            <a:r>
              <a:rPr lang="fr-CA" err="1"/>
              <a:t>level</a:t>
            </a:r>
            <a:r>
              <a:rPr lang="fr-CA"/>
              <a:t>:</a:t>
            </a:r>
          </a:p>
          <a:p>
            <a:pPr lvl="1"/>
            <a:r>
              <a:rPr lang="fr-CA" err="1"/>
              <a:t>Results</a:t>
            </a:r>
            <a:r>
              <a:rPr lang="fr-CA"/>
              <a:t>: main topics in the data and main keywords in the article</a:t>
            </a:r>
          </a:p>
          <a:p>
            <a:pPr lvl="2"/>
            <a:r>
              <a:rPr lang="fr-CA" err="1"/>
              <a:t>Directed</a:t>
            </a:r>
            <a:r>
              <a:rPr lang="fr-CA"/>
              <a:t> (</a:t>
            </a:r>
            <a:r>
              <a:rPr lang="fr-CA" err="1"/>
              <a:t>anchored</a:t>
            </a:r>
            <a:r>
              <a:rPr lang="fr-CA"/>
              <a:t>)</a:t>
            </a:r>
          </a:p>
          <a:p>
            <a:pPr lvl="1"/>
            <a:r>
              <a:rPr lang="fr-CA"/>
              <a:t>Public: </a:t>
            </a:r>
            <a:r>
              <a:rPr lang="fr-CA" err="1"/>
              <a:t>researchers</a:t>
            </a:r>
            <a:r>
              <a:rPr lang="fr-CA"/>
              <a:t> AND </a:t>
            </a:r>
            <a:r>
              <a:rPr lang="fr-CA" err="1"/>
              <a:t>readers</a:t>
            </a:r>
            <a:r>
              <a:rPr lang="fr-CA"/>
              <a:t> (up-river and down-river)</a:t>
            </a:r>
          </a:p>
          <a:p>
            <a:pPr lvl="2"/>
            <a:r>
              <a:rPr lang="fr-CA" err="1"/>
              <a:t>Same</a:t>
            </a:r>
            <a:r>
              <a:rPr lang="fr-CA"/>
              <a:t> as BERT + </a:t>
            </a:r>
            <a:r>
              <a:rPr lang="fr-CA" err="1"/>
              <a:t>Contextual</a:t>
            </a:r>
            <a:r>
              <a:rPr lang="fr-CA"/>
              <a:t> Tags:</a:t>
            </a:r>
          </a:p>
          <a:p>
            <a:pPr lvl="2"/>
            <a:r>
              <a:rPr lang="fr-CA" err="1"/>
              <a:t>Definition</a:t>
            </a:r>
            <a:r>
              <a:rPr lang="fr-CA"/>
              <a:t> of contention topic</a:t>
            </a:r>
          </a:p>
          <a:p>
            <a:pPr lvl="2"/>
            <a:r>
              <a:rPr lang="fr-CA"/>
              <a:t>Information about lobbies</a:t>
            </a:r>
          </a:p>
          <a:p>
            <a:pPr lvl="2"/>
            <a:r>
              <a:rPr lang="fr-CA"/>
              <a:t>Complete </a:t>
            </a:r>
            <a:r>
              <a:rPr lang="fr-CA" err="1"/>
              <a:t>taxonomy</a:t>
            </a:r>
            <a:r>
              <a:rPr lang="fr-CA"/>
              <a:t> of </a:t>
            </a:r>
            <a:r>
              <a:rPr lang="fr-CA" err="1"/>
              <a:t>environmental</a:t>
            </a:r>
            <a:r>
              <a:rPr lang="fr-CA"/>
              <a:t> issues</a:t>
            </a:r>
            <a:endParaRPr lang="en-CA"/>
          </a:p>
        </p:txBody>
      </p:sp>
      <p:sp>
        <p:nvSpPr>
          <p:cNvPr id="11" name="Text Placeholder 10">
            <a:extLst>
              <a:ext uri="{FF2B5EF4-FFF2-40B4-BE49-F238E27FC236}">
                <a16:creationId xmlns:a16="http://schemas.microsoft.com/office/drawing/2014/main" id="{263A9571-12A6-40E6-0A37-DD412226B67D}"/>
              </a:ext>
            </a:extLst>
          </p:cNvPr>
          <p:cNvSpPr>
            <a:spLocks noGrp="1"/>
          </p:cNvSpPr>
          <p:nvPr>
            <p:ph type="body" idx="13"/>
          </p:nvPr>
        </p:nvSpPr>
        <p:spPr/>
        <p:txBody>
          <a:bodyPr/>
          <a:lstStyle/>
          <a:p>
            <a:pPr algn="ctr"/>
            <a:r>
              <a:rPr lang="fr-CA" dirty="0" err="1"/>
              <a:t>BERTopic</a:t>
            </a:r>
            <a:endParaRPr lang="en-CA" dirty="0"/>
          </a:p>
        </p:txBody>
      </p:sp>
      <p:sp>
        <p:nvSpPr>
          <p:cNvPr id="3" name="Footer Placeholder 2">
            <a:extLst>
              <a:ext uri="{FF2B5EF4-FFF2-40B4-BE49-F238E27FC236}">
                <a16:creationId xmlns:a16="http://schemas.microsoft.com/office/drawing/2014/main" id="{84EC5625-EB65-B7CA-2A7B-AF610DECB944}"/>
              </a:ext>
            </a:extLst>
          </p:cNvPr>
          <p:cNvSpPr>
            <a:spLocks noGrp="1"/>
          </p:cNvSpPr>
          <p:nvPr>
            <p:ph type="ftr" sz="quarter" idx="15"/>
          </p:nvPr>
        </p:nvSpPr>
        <p:spPr/>
        <p:txBody>
          <a:bodyPr/>
          <a:lstStyle/>
          <a:p>
            <a:r>
              <a:rPr lang="de-AT"/>
              <a:t>Fusszeile</a:t>
            </a:r>
          </a:p>
        </p:txBody>
      </p:sp>
      <p:sp>
        <p:nvSpPr>
          <p:cNvPr id="4" name="Slide Number Placeholder 3">
            <a:extLst>
              <a:ext uri="{FF2B5EF4-FFF2-40B4-BE49-F238E27FC236}">
                <a16:creationId xmlns:a16="http://schemas.microsoft.com/office/drawing/2014/main" id="{EC65D412-0257-6D38-7B97-810C2DC1285E}"/>
              </a:ext>
            </a:extLst>
          </p:cNvPr>
          <p:cNvSpPr>
            <a:spLocks noGrp="1"/>
          </p:cNvSpPr>
          <p:nvPr>
            <p:ph type="sldNum" sz="quarter" idx="16"/>
          </p:nvPr>
        </p:nvSpPr>
        <p:spPr/>
        <p:txBody>
          <a:bodyPr/>
          <a:lstStyle/>
          <a:p>
            <a:r>
              <a:rPr lang="de-AT"/>
              <a:t>SEITE </a:t>
            </a:r>
            <a:fld id="{BE3DC40E-DBBE-4E2D-9EEC-FBF0DA0E9179}" type="slidenum">
              <a:rPr lang="de-AT" smtClean="0"/>
              <a:t>25</a:t>
            </a:fld>
            <a:endParaRPr lang="de-AT"/>
          </a:p>
        </p:txBody>
      </p:sp>
      <p:sp>
        <p:nvSpPr>
          <p:cNvPr id="5" name="Title 4">
            <a:extLst>
              <a:ext uri="{FF2B5EF4-FFF2-40B4-BE49-F238E27FC236}">
                <a16:creationId xmlns:a16="http://schemas.microsoft.com/office/drawing/2014/main" id="{128CAC56-6BE8-A2CA-6FEC-B0DC42580FBF}"/>
              </a:ext>
            </a:extLst>
          </p:cNvPr>
          <p:cNvSpPr>
            <a:spLocks noGrp="1"/>
          </p:cNvSpPr>
          <p:nvPr>
            <p:ph type="title"/>
          </p:nvPr>
        </p:nvSpPr>
        <p:spPr/>
        <p:txBody>
          <a:bodyPr/>
          <a:lstStyle/>
          <a:p>
            <a:r>
              <a:rPr lang="fr-CA"/>
              <a:t>Discussion</a:t>
            </a:r>
            <a:endParaRPr lang="en-CA"/>
          </a:p>
        </p:txBody>
      </p:sp>
      <p:sp>
        <p:nvSpPr>
          <p:cNvPr id="12" name="Text Placeholder 11">
            <a:extLst>
              <a:ext uri="{FF2B5EF4-FFF2-40B4-BE49-F238E27FC236}">
                <a16:creationId xmlns:a16="http://schemas.microsoft.com/office/drawing/2014/main" id="{770F7E21-FDA5-C358-DA11-ABE22923EEE9}"/>
              </a:ext>
            </a:extLst>
          </p:cNvPr>
          <p:cNvSpPr>
            <a:spLocks noGrp="1"/>
          </p:cNvSpPr>
          <p:nvPr>
            <p:ph type="body" idx="17"/>
          </p:nvPr>
        </p:nvSpPr>
        <p:spPr/>
        <p:txBody>
          <a:bodyPr/>
          <a:lstStyle/>
          <a:p>
            <a:pPr algn="ctr"/>
            <a:r>
              <a:rPr lang="fr-CA" dirty="0"/>
              <a:t>CorEx</a:t>
            </a:r>
            <a:endParaRPr lang="en-CA" dirty="0"/>
          </a:p>
        </p:txBody>
      </p:sp>
    </p:spTree>
    <p:extLst>
      <p:ext uri="{BB962C8B-B14F-4D97-AF65-F5344CB8AC3E}">
        <p14:creationId xmlns:p14="http://schemas.microsoft.com/office/powerpoint/2010/main" val="15460489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1F1E62AA-F194-612B-6D4D-7EC0781766CD}"/>
              </a:ext>
            </a:extLst>
          </p:cNvPr>
          <p:cNvSpPr>
            <a:spLocks noGrp="1"/>
          </p:cNvSpPr>
          <p:nvPr>
            <p:ph idx="1"/>
          </p:nvPr>
        </p:nvSpPr>
        <p:spPr/>
        <p:txBody>
          <a:bodyPr/>
          <a:lstStyle/>
          <a:p>
            <a:r>
              <a:rPr lang="fr-CA"/>
              <a:t>Line 81</a:t>
            </a:r>
          </a:p>
          <a:p>
            <a:r>
              <a:rPr lang="en-CA">
                <a:hlinkClick r:id="rId2"/>
              </a:rPr>
              <a:t>https://www.wwf.de/aktuell/pinguine-auf-plastikmuellinsel/aufloesung/;</a:t>
            </a:r>
            <a:r>
              <a:rPr lang="fr-CA" err="1">
                <a:hlinkClick r:id="rId2"/>
              </a:rPr>
              <a:t>Unsere</a:t>
            </a:r>
            <a:r>
              <a:rPr lang="fr-CA"/>
              <a:t> </a:t>
            </a:r>
          </a:p>
          <a:p>
            <a:r>
              <a:rPr lang="fr-CA" err="1"/>
              <a:t>Entdeckung</a:t>
            </a:r>
            <a:r>
              <a:rPr lang="fr-CA"/>
              <a:t> der </a:t>
            </a:r>
            <a:r>
              <a:rPr lang="fr-CA" err="1"/>
              <a:t>Eselspinguine</a:t>
            </a:r>
            <a:r>
              <a:rPr lang="fr-CA"/>
              <a:t> </a:t>
            </a:r>
            <a:r>
              <a:rPr lang="fr-CA" err="1"/>
              <a:t>auf</a:t>
            </a:r>
            <a:r>
              <a:rPr lang="fr-CA"/>
              <a:t> der Insel </a:t>
            </a:r>
            <a:r>
              <a:rPr lang="fr-CA" err="1"/>
              <a:t>aus</a:t>
            </a:r>
            <a:r>
              <a:rPr lang="fr-CA"/>
              <a:t> </a:t>
            </a:r>
            <a:r>
              <a:rPr lang="fr-CA" err="1"/>
              <a:t>Plastikmll</a:t>
            </a:r>
            <a:r>
              <a:rPr lang="fr-CA"/>
              <a:t> </a:t>
            </a:r>
            <a:r>
              <a:rPr lang="fr-CA" err="1"/>
              <a:t>ist</a:t>
            </a:r>
            <a:r>
              <a:rPr lang="fr-CA"/>
              <a:t> </a:t>
            </a:r>
            <a:r>
              <a:rPr lang="fr-CA" err="1"/>
              <a:t>glcklicherweise</a:t>
            </a:r>
            <a:r>
              <a:rPr lang="fr-CA"/>
              <a:t> </a:t>
            </a:r>
            <a:r>
              <a:rPr lang="fr-CA" err="1"/>
              <a:t>nicht</a:t>
            </a:r>
            <a:r>
              <a:rPr lang="fr-CA"/>
              <a:t> </a:t>
            </a:r>
            <a:r>
              <a:rPr lang="fr-CA" err="1"/>
              <a:t>echt</a:t>
            </a:r>
            <a:r>
              <a:rPr lang="fr-CA"/>
              <a:t>. Alle </a:t>
            </a:r>
            <a:r>
              <a:rPr lang="fr-CA" err="1"/>
              <a:t>gefilmten</a:t>
            </a:r>
            <a:r>
              <a:rPr lang="fr-CA"/>
              <a:t> </a:t>
            </a:r>
            <a:r>
              <a:rPr lang="fr-CA" err="1"/>
              <a:t>Pinguine</a:t>
            </a:r>
            <a:r>
              <a:rPr lang="fr-CA"/>
              <a:t> </a:t>
            </a:r>
            <a:r>
              <a:rPr lang="fr-CA" err="1"/>
              <a:t>sind</a:t>
            </a:r>
            <a:r>
              <a:rPr lang="fr-CA"/>
              <a:t> </a:t>
            </a:r>
            <a:r>
              <a:rPr lang="fr-CA" err="1"/>
              <a:t>wohlauf</a:t>
            </a:r>
            <a:r>
              <a:rPr lang="fr-CA"/>
              <a:t> </a:t>
            </a:r>
            <a:r>
              <a:rPr lang="fr-CA" err="1"/>
              <a:t>und</a:t>
            </a:r>
            <a:r>
              <a:rPr lang="fr-CA"/>
              <a:t> leben </a:t>
            </a:r>
            <a:r>
              <a:rPr lang="fr-CA" err="1"/>
              <a:t>weiterhin</a:t>
            </a:r>
            <a:r>
              <a:rPr lang="fr-CA"/>
              <a:t> </a:t>
            </a:r>
            <a:r>
              <a:rPr lang="fr-CA" err="1"/>
              <a:t>freudig</a:t>
            </a:r>
            <a:r>
              <a:rPr lang="fr-CA"/>
              <a:t> </a:t>
            </a:r>
            <a:r>
              <a:rPr lang="fr-CA" err="1"/>
              <a:t>auf</a:t>
            </a:r>
            <a:r>
              <a:rPr lang="fr-CA"/>
              <a:t> </a:t>
            </a:r>
            <a:r>
              <a:rPr lang="fr-CA" err="1"/>
              <a:t>ihrer</a:t>
            </a:r>
            <a:r>
              <a:rPr lang="fr-CA"/>
              <a:t> Insel </a:t>
            </a:r>
            <a:r>
              <a:rPr lang="fr-CA" err="1"/>
              <a:t>aus</a:t>
            </a:r>
            <a:r>
              <a:rPr lang="fr-CA"/>
              <a:t> Eis. Es </a:t>
            </a:r>
            <a:r>
              <a:rPr lang="fr-CA" err="1"/>
              <a:t>handelt</a:t>
            </a:r>
            <a:r>
              <a:rPr lang="fr-CA"/>
              <a:t> </a:t>
            </a:r>
            <a:r>
              <a:rPr lang="fr-CA" err="1"/>
              <a:t>sich</a:t>
            </a:r>
            <a:r>
              <a:rPr lang="fr-CA"/>
              <a:t> um </a:t>
            </a:r>
            <a:r>
              <a:rPr lang="fr-CA" err="1"/>
              <a:t>eine</a:t>
            </a:r>
            <a:r>
              <a:rPr lang="fr-CA"/>
              <a:t> </a:t>
            </a:r>
            <a:r>
              <a:rPr lang="fr-CA" err="1"/>
              <a:t>Bildmontage</a:t>
            </a:r>
            <a:r>
              <a:rPr lang="fr-CA"/>
              <a:t>. Doch </a:t>
            </a:r>
            <a:r>
              <a:rPr lang="fr-CA" err="1"/>
              <a:t>wir</a:t>
            </a:r>
            <a:r>
              <a:rPr lang="fr-CA"/>
              <a:t> leben in </a:t>
            </a:r>
            <a:r>
              <a:rPr lang="fr-CA" err="1"/>
              <a:t>einer</a:t>
            </a:r>
            <a:r>
              <a:rPr lang="fr-CA"/>
              <a:t> Welt, in der </a:t>
            </a:r>
            <a:r>
              <a:rPr lang="fr-CA" err="1"/>
              <a:t>solche</a:t>
            </a:r>
            <a:r>
              <a:rPr lang="fr-CA"/>
              <a:t> </a:t>
            </a:r>
            <a:r>
              <a:rPr lang="fr-CA" err="1"/>
              <a:t>Gefahren</a:t>
            </a:r>
            <a:r>
              <a:rPr lang="fr-CA"/>
              <a:t> </a:t>
            </a:r>
            <a:r>
              <a:rPr lang="fr-CA" err="1"/>
              <a:t>durch</a:t>
            </a:r>
            <a:r>
              <a:rPr lang="fr-CA"/>
              <a:t> </a:t>
            </a:r>
            <a:r>
              <a:rPr lang="fr-CA" err="1"/>
              <a:t>Plastikverschmutzung</a:t>
            </a:r>
            <a:r>
              <a:rPr lang="fr-CA"/>
              <a:t> </a:t>
            </a:r>
            <a:r>
              <a:rPr lang="fr-CA" err="1"/>
              <a:t>sehr</a:t>
            </a:r>
            <a:r>
              <a:rPr lang="fr-CA"/>
              <a:t> </a:t>
            </a:r>
            <a:r>
              <a:rPr lang="fr-CA" err="1"/>
              <a:t>schnell</a:t>
            </a:r>
            <a:r>
              <a:rPr lang="fr-CA"/>
              <a:t> real </a:t>
            </a:r>
            <a:r>
              <a:rPr lang="fr-CA" err="1"/>
              <a:t>werden</a:t>
            </a:r>
            <a:r>
              <a:rPr lang="fr-CA"/>
              <a:t> </a:t>
            </a:r>
            <a:r>
              <a:rPr lang="fr-CA" err="1"/>
              <a:t>knnten</a:t>
            </a:r>
            <a:r>
              <a:rPr lang="fr-CA"/>
              <a:t>, </a:t>
            </a:r>
            <a:r>
              <a:rPr lang="fr-CA" err="1"/>
              <a:t>daher</a:t>
            </a:r>
            <a:r>
              <a:rPr lang="fr-CA"/>
              <a:t> </a:t>
            </a:r>
            <a:r>
              <a:rPr lang="fr-CA" err="1"/>
              <a:t>gibt</a:t>
            </a:r>
            <a:r>
              <a:rPr lang="fr-CA"/>
              <a:t> es </a:t>
            </a:r>
            <a:r>
              <a:rPr lang="fr-CA" err="1"/>
              <a:t>keine</a:t>
            </a:r>
            <a:r>
              <a:rPr lang="fr-CA"/>
              <a:t> </a:t>
            </a:r>
            <a:r>
              <a:rPr lang="fr-CA" err="1"/>
              <a:t>lustige</a:t>
            </a:r>
            <a:r>
              <a:rPr lang="fr-CA"/>
              <a:t> April-Pointe, </a:t>
            </a:r>
            <a:r>
              <a:rPr lang="fr-CA" err="1"/>
              <a:t>sondern</a:t>
            </a:r>
            <a:r>
              <a:rPr lang="fr-CA"/>
              <a:t> </a:t>
            </a:r>
            <a:r>
              <a:rPr lang="fr-CA" err="1"/>
              <a:t>einen</a:t>
            </a:r>
            <a:r>
              <a:rPr lang="fr-CA"/>
              <a:t> </a:t>
            </a:r>
            <a:r>
              <a:rPr lang="fr-CA" err="1"/>
              <a:t>ernsten</a:t>
            </a:r>
            <a:r>
              <a:rPr lang="fr-CA"/>
              <a:t> </a:t>
            </a:r>
            <a:r>
              <a:rPr lang="fr-CA" err="1"/>
              <a:t>Hintergrund</a:t>
            </a:r>
            <a:r>
              <a:rPr lang="fr-CA"/>
              <a:t>.</a:t>
            </a:r>
          </a:p>
          <a:p>
            <a:r>
              <a:rPr lang="fr-CA">
                <a:highlight>
                  <a:srgbClr val="FFFF00"/>
                </a:highlight>
              </a:rPr>
              <a:t>;;;;;;;</a:t>
            </a:r>
            <a:endParaRPr lang="en-CA">
              <a:highlight>
                <a:srgbClr val="FFFF00"/>
              </a:highlight>
            </a:endParaRPr>
          </a:p>
          <a:p>
            <a:endParaRPr lang="en-CA"/>
          </a:p>
        </p:txBody>
      </p:sp>
      <p:sp>
        <p:nvSpPr>
          <p:cNvPr id="5" name="Footer Placeholder 4">
            <a:extLst>
              <a:ext uri="{FF2B5EF4-FFF2-40B4-BE49-F238E27FC236}">
                <a16:creationId xmlns:a16="http://schemas.microsoft.com/office/drawing/2014/main" id="{47E3FDCD-739F-4C29-BEC3-FBB48D99B018}"/>
              </a:ext>
            </a:extLst>
          </p:cNvPr>
          <p:cNvSpPr>
            <a:spLocks noGrp="1"/>
          </p:cNvSpPr>
          <p:nvPr>
            <p:ph type="ftr" sz="quarter" idx="11"/>
          </p:nvPr>
        </p:nvSpPr>
        <p:spPr/>
        <p:txBody>
          <a:bodyPr/>
          <a:lstStyle/>
          <a:p>
            <a:r>
              <a:rPr lang="de-AT"/>
              <a:t>Fusszeile</a:t>
            </a:r>
          </a:p>
        </p:txBody>
      </p:sp>
      <p:sp>
        <p:nvSpPr>
          <p:cNvPr id="6" name="Slide Number Placeholder 5">
            <a:extLst>
              <a:ext uri="{FF2B5EF4-FFF2-40B4-BE49-F238E27FC236}">
                <a16:creationId xmlns:a16="http://schemas.microsoft.com/office/drawing/2014/main" id="{E1D58534-C22F-DA4A-2E89-F4694820A436}"/>
              </a:ext>
            </a:extLst>
          </p:cNvPr>
          <p:cNvSpPr>
            <a:spLocks noGrp="1"/>
          </p:cNvSpPr>
          <p:nvPr>
            <p:ph type="sldNum" sz="quarter" idx="12"/>
          </p:nvPr>
        </p:nvSpPr>
        <p:spPr/>
        <p:txBody>
          <a:bodyPr/>
          <a:lstStyle/>
          <a:p>
            <a:r>
              <a:rPr lang="de-AT"/>
              <a:t>SEITE </a:t>
            </a:r>
            <a:fld id="{BE3DC40E-DBBE-4E2D-9EEC-FBF0DA0E9179}" type="slidenum">
              <a:rPr lang="de-AT" smtClean="0"/>
              <a:t>26</a:t>
            </a:fld>
            <a:endParaRPr lang="de-AT"/>
          </a:p>
        </p:txBody>
      </p:sp>
      <p:sp>
        <p:nvSpPr>
          <p:cNvPr id="9" name="Title 8">
            <a:extLst>
              <a:ext uri="{FF2B5EF4-FFF2-40B4-BE49-F238E27FC236}">
                <a16:creationId xmlns:a16="http://schemas.microsoft.com/office/drawing/2014/main" id="{28925EDE-D7A7-D5E1-AE82-5BC3B91E363B}"/>
              </a:ext>
            </a:extLst>
          </p:cNvPr>
          <p:cNvSpPr>
            <a:spLocks noGrp="1"/>
          </p:cNvSpPr>
          <p:nvPr>
            <p:ph type="title"/>
          </p:nvPr>
        </p:nvSpPr>
        <p:spPr/>
        <p:txBody>
          <a:bodyPr/>
          <a:lstStyle/>
          <a:p>
            <a:r>
              <a:rPr lang="fr-CA"/>
              <a:t>Limitations (1/3) : </a:t>
            </a:r>
            <a:r>
              <a:rPr lang="fr-CA" err="1"/>
              <a:t>Language</a:t>
            </a:r>
            <a:endParaRPr lang="en-CA"/>
          </a:p>
        </p:txBody>
      </p:sp>
    </p:spTree>
    <p:extLst>
      <p:ext uri="{BB962C8B-B14F-4D97-AF65-F5344CB8AC3E}">
        <p14:creationId xmlns:p14="http://schemas.microsoft.com/office/powerpoint/2010/main" val="285280748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3D280-992E-C4BE-4F98-EA483EFB95AF}"/>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7CA5FF89-45DF-EF9F-5EA0-00A204D1F52B}"/>
              </a:ext>
            </a:extLst>
          </p:cNvPr>
          <p:cNvSpPr>
            <a:spLocks noGrp="1"/>
          </p:cNvSpPr>
          <p:nvPr>
            <p:ph idx="1"/>
          </p:nvPr>
        </p:nvSpPr>
        <p:spPr/>
        <p:txBody>
          <a:bodyPr>
            <a:normAutofit fontScale="77500" lnSpcReduction="20000"/>
          </a:bodyPr>
          <a:lstStyle/>
          <a:p>
            <a:r>
              <a:rPr lang="en-GB"/>
              <a:t>Line 234</a:t>
            </a:r>
          </a:p>
          <a:p>
            <a:r>
              <a:rPr lang="en-GB">
                <a:hlinkClick r:id="rId2"/>
              </a:rPr>
              <a:t>http://flbs.umt.edu/;Legacy</a:t>
            </a:r>
            <a:r>
              <a:rPr lang="en-GB"/>
              <a:t> - We are the second oldest biological field station in the US and the oldest west of the Mississippi River. We have one of the oldest, contiguous lake datasets in the world. </a:t>
            </a:r>
            <a:r>
              <a:rPr lang="en-GB">
                <a:highlight>
                  <a:srgbClr val="FFFF00"/>
                </a:highlight>
              </a:rPr>
              <a:t>Research</a:t>
            </a:r>
            <a:r>
              <a:rPr lang="en-GB"/>
              <a:t> - We work on a watershed fed by </a:t>
            </a:r>
            <a:r>
              <a:rPr lang="en-GB">
                <a:highlight>
                  <a:srgbClr val="00FF00"/>
                </a:highlight>
              </a:rPr>
              <a:t>Glacier National Park</a:t>
            </a:r>
            <a:r>
              <a:rPr lang="en-GB"/>
              <a:t> and other pristine wilderness areas, allowing our research to focus on both </a:t>
            </a:r>
            <a:r>
              <a:rPr lang="en-GB">
                <a:highlight>
                  <a:srgbClr val="00FF00"/>
                </a:highlight>
              </a:rPr>
              <a:t>natural processes and human-induced effects</a:t>
            </a:r>
            <a:r>
              <a:rPr lang="en-GB"/>
              <a:t>. Education - We offer premier field-based summer </a:t>
            </a:r>
            <a:r>
              <a:rPr lang="en-GB">
                <a:highlight>
                  <a:srgbClr val="00FF00"/>
                </a:highlight>
              </a:rPr>
              <a:t>ecology courses, as well as graduate level studies in ecology and limnology</a:t>
            </a:r>
            <a:r>
              <a:rPr lang="en-GB"/>
              <a:t>. </a:t>
            </a:r>
            <a:r>
              <a:rPr lang="en-GB">
                <a:highlight>
                  <a:srgbClr val="FFFF00"/>
                </a:highlight>
              </a:rPr>
              <a:t>Our students come from across the United States </a:t>
            </a:r>
            <a:r>
              <a:rPr lang="en-GB">
                <a:highlight>
                  <a:srgbClr val="00FF00"/>
                </a:highlight>
              </a:rPr>
              <a:t>and around the world</a:t>
            </a:r>
            <a:r>
              <a:rPr lang="en-GB"/>
              <a:t>. Outreach - We feel strongly that </a:t>
            </a:r>
            <a:r>
              <a:rPr lang="en-GB">
                <a:highlight>
                  <a:srgbClr val="FFFF00"/>
                </a:highlight>
              </a:rPr>
              <a:t>science</a:t>
            </a:r>
            <a:r>
              <a:rPr lang="en-GB"/>
              <a:t> should be disseminated to the greatest number of people, including the </a:t>
            </a:r>
            <a:r>
              <a:rPr lang="en-GB">
                <a:highlight>
                  <a:srgbClr val="FFFF00"/>
                </a:highlight>
              </a:rPr>
              <a:t>local citizenry</a:t>
            </a:r>
            <a:r>
              <a:rPr lang="en-GB"/>
              <a:t> and the worldwide community. We offer community </a:t>
            </a:r>
            <a:r>
              <a:rPr lang="en-GB">
                <a:highlight>
                  <a:srgbClr val="FFFF00"/>
                </a:highlight>
              </a:rPr>
              <a:t>presentations, expert seminars</a:t>
            </a:r>
            <a:r>
              <a:rPr lang="en-GB"/>
              <a:t>, and interactive field-based classrooms. Stop by and visit us. We'd love to show you around!;</a:t>
            </a:r>
          </a:p>
          <a:p>
            <a:endParaRPr lang="en-GB"/>
          </a:p>
          <a:p>
            <a:r>
              <a:rPr lang="en-GB"/>
              <a:t>Sufficiency and demand management in built environments; </a:t>
            </a:r>
            <a:r>
              <a:rPr lang="en-GB">
                <a:highlight>
                  <a:srgbClr val="FFFF00"/>
                </a:highlight>
              </a:rPr>
              <a:t>health, education, areas; Climate</a:t>
            </a:r>
            <a:r>
              <a:rPr lang="en-GB"/>
              <a:t>;</a:t>
            </a:r>
          </a:p>
          <a:p>
            <a:r>
              <a:rPr lang="en-GB">
                <a:highlight>
                  <a:srgbClr val="FFFF00"/>
                </a:highlight>
              </a:rPr>
              <a:t>BUILDINGS AND CONSTRUCTION</a:t>
            </a:r>
            <a:r>
              <a:rPr lang="en-GB"/>
              <a:t>;</a:t>
            </a:r>
          </a:p>
          <a:p>
            <a:r>
              <a:rPr lang="en-GB"/>
              <a:t>A major focus for energy efficiency and urban adaptation in IPCC AR6 (C.3.4). The EU Taxonomy identifies it as a key sector for climate change mitigation and for the transition to a circular economy through the reuse of building </a:t>
            </a:r>
            <a:r>
              <a:rPr lang="en-GB" err="1"/>
              <a:t>materials,.;Implementation</a:t>
            </a:r>
            <a:r>
              <a:rPr lang="en-GB"/>
              <a:t> of measures and practices that avoid the demand for energy, materials, and land while delivering well-being within planetary boundaries;</a:t>
            </a:r>
          </a:p>
          <a:p>
            <a:r>
              <a:rPr lang="en-GB" b="1">
                <a:highlight>
                  <a:srgbClr val="FFFF00"/>
                </a:highlight>
              </a:rPr>
              <a:t>Local</a:t>
            </a:r>
            <a:r>
              <a:rPr lang="en-GB" b="1"/>
              <a:t> authorities, urban planners, </a:t>
            </a:r>
            <a:r>
              <a:rPr lang="en-GB" b="1" err="1"/>
              <a:t>behavioral</a:t>
            </a:r>
            <a:r>
              <a:rPr lang="en-GB" b="1"/>
              <a:t> </a:t>
            </a:r>
            <a:r>
              <a:rPr lang="en-GB" b="1">
                <a:highlight>
                  <a:srgbClr val="FFFF00"/>
                </a:highlight>
              </a:rPr>
              <a:t>scientists</a:t>
            </a:r>
            <a:r>
              <a:rPr lang="en-GB" b="1"/>
              <a:t>, and </a:t>
            </a:r>
            <a:r>
              <a:rPr lang="en-GB" b="1">
                <a:highlight>
                  <a:srgbClr val="FFFF00"/>
                </a:highlight>
              </a:rPr>
              <a:t>civil society organizations</a:t>
            </a:r>
            <a:endParaRPr lang="en-GB">
              <a:highlight>
                <a:srgbClr val="FFFF00"/>
              </a:highlight>
            </a:endParaRPr>
          </a:p>
          <a:p>
            <a:endParaRPr lang="en-GB"/>
          </a:p>
        </p:txBody>
      </p:sp>
      <p:sp>
        <p:nvSpPr>
          <p:cNvPr id="5" name="Footer Placeholder 4">
            <a:extLst>
              <a:ext uri="{FF2B5EF4-FFF2-40B4-BE49-F238E27FC236}">
                <a16:creationId xmlns:a16="http://schemas.microsoft.com/office/drawing/2014/main" id="{18C120C4-A22F-8105-5EE4-995A0E5B7E3C}"/>
              </a:ext>
            </a:extLst>
          </p:cNvPr>
          <p:cNvSpPr>
            <a:spLocks noGrp="1"/>
          </p:cNvSpPr>
          <p:nvPr>
            <p:ph type="ftr" sz="quarter" idx="11"/>
          </p:nvPr>
        </p:nvSpPr>
        <p:spPr/>
        <p:txBody>
          <a:bodyPr/>
          <a:lstStyle/>
          <a:p>
            <a:r>
              <a:rPr lang="en-GB" err="1"/>
              <a:t>Fusszeile</a:t>
            </a:r>
            <a:endParaRPr lang="en-GB"/>
          </a:p>
        </p:txBody>
      </p:sp>
      <p:sp>
        <p:nvSpPr>
          <p:cNvPr id="6" name="Slide Number Placeholder 5">
            <a:extLst>
              <a:ext uri="{FF2B5EF4-FFF2-40B4-BE49-F238E27FC236}">
                <a16:creationId xmlns:a16="http://schemas.microsoft.com/office/drawing/2014/main" id="{851B835E-6D5F-79EB-4322-2DD3539F6967}"/>
              </a:ext>
            </a:extLst>
          </p:cNvPr>
          <p:cNvSpPr>
            <a:spLocks noGrp="1"/>
          </p:cNvSpPr>
          <p:nvPr>
            <p:ph type="sldNum" sz="quarter" idx="12"/>
          </p:nvPr>
        </p:nvSpPr>
        <p:spPr/>
        <p:txBody>
          <a:bodyPr/>
          <a:lstStyle/>
          <a:p>
            <a:r>
              <a:rPr lang="en-GB"/>
              <a:t>SEITE </a:t>
            </a:r>
            <a:fld id="{BE3DC40E-DBBE-4E2D-9EEC-FBF0DA0E9179}" type="slidenum">
              <a:rPr lang="en-GB" smtClean="0"/>
              <a:t>27</a:t>
            </a:fld>
            <a:endParaRPr lang="en-GB"/>
          </a:p>
        </p:txBody>
      </p:sp>
      <p:sp>
        <p:nvSpPr>
          <p:cNvPr id="9" name="Title 8">
            <a:extLst>
              <a:ext uri="{FF2B5EF4-FFF2-40B4-BE49-F238E27FC236}">
                <a16:creationId xmlns:a16="http://schemas.microsoft.com/office/drawing/2014/main" id="{363BC829-E627-951B-B375-91C5D6B8B1D7}"/>
              </a:ext>
            </a:extLst>
          </p:cNvPr>
          <p:cNvSpPr>
            <a:spLocks noGrp="1"/>
          </p:cNvSpPr>
          <p:nvPr>
            <p:ph type="title"/>
          </p:nvPr>
        </p:nvSpPr>
        <p:spPr/>
        <p:txBody>
          <a:bodyPr/>
          <a:lstStyle/>
          <a:p>
            <a:r>
              <a:rPr lang="en-GB"/>
              <a:t>Limitations (2/3) : Partial match</a:t>
            </a:r>
          </a:p>
        </p:txBody>
      </p:sp>
    </p:spTree>
    <p:extLst>
      <p:ext uri="{BB962C8B-B14F-4D97-AF65-F5344CB8AC3E}">
        <p14:creationId xmlns:p14="http://schemas.microsoft.com/office/powerpoint/2010/main" val="318722791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19FB4-18B9-7D5A-9522-03C6E9B6B146}"/>
            </a:ext>
          </a:extLst>
        </p:cNvPr>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9B0F7F7-9ACA-F254-92D0-CE85BB9E8E8A}"/>
              </a:ext>
            </a:extLst>
          </p:cNvPr>
          <p:cNvSpPr>
            <a:spLocks noGrp="1"/>
          </p:cNvSpPr>
          <p:nvPr>
            <p:ph idx="1"/>
          </p:nvPr>
        </p:nvSpPr>
        <p:spPr>
          <a:xfrm>
            <a:off x="143933" y="1109133"/>
            <a:ext cx="8805334" cy="4302926"/>
          </a:xfrm>
        </p:spPr>
        <p:txBody>
          <a:bodyPr>
            <a:normAutofit fontScale="77500" lnSpcReduction="20000"/>
          </a:bodyPr>
          <a:lstStyle/>
          <a:p>
            <a:r>
              <a:rPr lang="en-GB"/>
              <a:t>Line 93</a:t>
            </a:r>
          </a:p>
          <a:p>
            <a:r>
              <a:rPr lang="en-GB">
                <a:hlinkClick r:id="rId2"/>
              </a:rPr>
              <a:t>http://www.seriouslyfish.com/species/piaractus-brachypomus/; </a:t>
            </a:r>
            <a:r>
              <a:rPr lang="en-GB">
                <a:highlight>
                  <a:srgbClr val="00FF00"/>
                </a:highlight>
                <a:hlinkClick r:id="rId2"/>
              </a:rPr>
              <a:t>Piaractus</a:t>
            </a:r>
            <a:r>
              <a:rPr lang="en-GB">
                <a:highlight>
                  <a:srgbClr val="00FF00"/>
                </a:highlight>
              </a:rPr>
              <a:t> </a:t>
            </a:r>
            <a:r>
              <a:rPr lang="en-GB" err="1">
                <a:highlight>
                  <a:srgbClr val="00FF00"/>
                </a:highlight>
              </a:rPr>
              <a:t>brachypomus</a:t>
            </a:r>
            <a:r>
              <a:rPr lang="en-GB">
                <a:highlight>
                  <a:srgbClr val="00FF00"/>
                </a:highlight>
              </a:rPr>
              <a:t> Red-bellied Pacu </a:t>
            </a:r>
            <a:r>
              <a:rPr lang="en-GB"/>
              <a:t>Classification Characidae. Subfamily: </a:t>
            </a:r>
            <a:r>
              <a:rPr lang="en-GB" err="1"/>
              <a:t>Serrasalminae</a:t>
            </a:r>
            <a:r>
              <a:rPr lang="en-GB"/>
              <a:t> Distribution Native to the Rio Orinoco and Amazon basins in Colombia, Venezuela, Peru, Bolivia and </a:t>
            </a:r>
            <a:r>
              <a:rPr lang="en-GB">
                <a:highlight>
                  <a:srgbClr val="FFFF00"/>
                </a:highlight>
              </a:rPr>
              <a:t>Brazil</a:t>
            </a:r>
            <a:r>
              <a:rPr lang="en-GB"/>
              <a:t>. Introduced populations are thriving in various parts of the world, mainly in </a:t>
            </a:r>
            <a:r>
              <a:rPr lang="en-GB">
                <a:highlight>
                  <a:srgbClr val="FFFF00"/>
                </a:highlight>
              </a:rPr>
              <a:t>Far Eastern countries such as China and Taiwan</a:t>
            </a:r>
            <a:r>
              <a:rPr lang="en-GB"/>
              <a:t> where </a:t>
            </a:r>
            <a:r>
              <a:rPr lang="en-GB">
                <a:highlight>
                  <a:srgbClr val="00FF00"/>
                </a:highlight>
              </a:rPr>
              <a:t>its farmed for eating</a:t>
            </a:r>
            <a:r>
              <a:rPr lang="en-GB"/>
              <a:t>. Much research is being undertaken to find the </a:t>
            </a:r>
            <a:r>
              <a:rPr lang="en-GB">
                <a:highlight>
                  <a:srgbClr val="FFFF00"/>
                </a:highlight>
              </a:rPr>
              <a:t>most ecologically sound </a:t>
            </a:r>
            <a:r>
              <a:rPr lang="en-GB"/>
              <a:t>way of farming it, as its suffering from </a:t>
            </a:r>
            <a:r>
              <a:rPr lang="en-GB">
                <a:highlight>
                  <a:srgbClr val="FFFF00"/>
                </a:highlight>
              </a:rPr>
              <a:t>gross overfishing in many of its native waters</a:t>
            </a:r>
            <a:r>
              <a:rPr lang="en-GB"/>
              <a:t>. If wild </a:t>
            </a:r>
            <a:r>
              <a:rPr lang="en-GB">
                <a:highlight>
                  <a:srgbClr val="FFFF00"/>
                </a:highlight>
              </a:rPr>
              <a:t>stocks become further depleted</a:t>
            </a:r>
            <a:r>
              <a:rPr lang="en-GB"/>
              <a:t>, there could be serious implications not only for the species itself, but also </a:t>
            </a:r>
            <a:r>
              <a:rPr lang="en-GB">
                <a:highlight>
                  <a:srgbClr val="FFFF00"/>
                </a:highlight>
              </a:rPr>
              <a:t>entire ecosystems</a:t>
            </a:r>
            <a:r>
              <a:rPr lang="en-GB"/>
              <a:t>. The seeds of many of the fruits eaten by pacu are indigestible, and are excreted intact. Some experts believe the fish play a significant role in seed dispersal of plants from areas of flooded forest. </a:t>
            </a:r>
            <a:r>
              <a:rPr lang="en-GB">
                <a:highlight>
                  <a:srgbClr val="FFFF00"/>
                </a:highlight>
              </a:rPr>
              <a:t>Sustainable commercial farming </a:t>
            </a:r>
            <a:r>
              <a:rPr lang="en-GB"/>
              <a:t>of pacu is therefore considered a priority. Not only will this prevent further depletion of wild stocks, but it will provide an </a:t>
            </a:r>
            <a:r>
              <a:rPr lang="en-GB">
                <a:highlight>
                  <a:srgbClr val="FFFF00"/>
                </a:highlight>
              </a:rPr>
              <a:t>alternative source of income for farmers</a:t>
            </a:r>
            <a:r>
              <a:rPr lang="en-GB"/>
              <a:t>. The hope is that it may also </a:t>
            </a:r>
            <a:r>
              <a:rPr lang="en-GB">
                <a:highlight>
                  <a:srgbClr val="00FF00"/>
                </a:highlight>
              </a:rPr>
              <a:t>encourage them to take up aquaculture</a:t>
            </a:r>
            <a:r>
              <a:rPr lang="en-GB"/>
              <a:t> instead of agriculture, which is having a devastating effect on many parts of the Amazon rainforest. As a </a:t>
            </a:r>
            <a:r>
              <a:rPr lang="en-GB">
                <a:highlight>
                  <a:srgbClr val="00FF00"/>
                </a:highlight>
              </a:rPr>
              <a:t>food fish </a:t>
            </a:r>
            <a:r>
              <a:rPr lang="en-GB"/>
              <a:t>pacu is apparently very tasty. Its natural diet of fruit and nuts is said to enhance the flavour of the flesh. As the fish is so large cuts are often sold on the bone in a similar way to pork ribs. One further commercial use of the species is as a sport fish, both in its natural environment and </a:t>
            </a:r>
            <a:r>
              <a:rPr lang="en-GB">
                <a:highlight>
                  <a:srgbClr val="00FF00"/>
                </a:highlight>
              </a:rPr>
              <a:t>artificially-stocked lakes</a:t>
            </a:r>
            <a:r>
              <a:rPr lang="en-GB"/>
              <a:t>. Its been introduced into several </a:t>
            </a:r>
            <a:r>
              <a:rPr lang="en-GB">
                <a:highlight>
                  <a:srgbClr val="FFFF00"/>
                </a:highlight>
              </a:rPr>
              <a:t>Far Eastern countries for this purpose, including Thailand and Malaysia</a:t>
            </a:r>
            <a:r>
              <a:rPr lang="en-GB"/>
              <a:t>.;</a:t>
            </a:r>
          </a:p>
          <a:p>
            <a:r>
              <a:rPr lang="en-GB">
                <a:highlight>
                  <a:srgbClr val="FFFF00"/>
                </a:highlight>
              </a:rPr>
              <a:t>Manufacturing of low-carbon </a:t>
            </a:r>
            <a:r>
              <a:rPr lang="en-GB" err="1">
                <a:highlight>
                  <a:srgbClr val="FFFF00"/>
                </a:highlight>
              </a:rPr>
              <a:t>technologies</a:t>
            </a:r>
            <a:r>
              <a:rPr lang="en-GB" err="1"/>
              <a:t>;wrap</a:t>
            </a:r>
            <a:r>
              <a:rPr lang="en-GB"/>
              <a:t>, states, </a:t>
            </a:r>
            <a:r>
              <a:rPr lang="en-GB" err="1"/>
              <a:t>including;Climate</a:t>
            </a:r>
            <a:r>
              <a:rPr lang="en-GB"/>
              <a:t>;</a:t>
            </a:r>
          </a:p>
          <a:p>
            <a:r>
              <a:rPr lang="en-GB">
                <a:highlight>
                  <a:srgbClr val="FFFF00"/>
                </a:highlight>
              </a:rPr>
              <a:t>INDUSTRY AND MANUFACTURING</a:t>
            </a:r>
            <a:r>
              <a:rPr lang="en-GB"/>
              <a:t>;</a:t>
            </a:r>
          </a:p>
          <a:p>
            <a:r>
              <a:rPr lang="en-GB"/>
              <a:t>A fundamental pillar of SDG 9 (Sustainable industrialization) and a sector targeted for </a:t>
            </a:r>
            <a:r>
              <a:rPr lang="en-GB">
                <a:highlight>
                  <a:srgbClr val="FFFF00"/>
                </a:highlight>
              </a:rPr>
              <a:t>deep emission reductions by IPCC AR6</a:t>
            </a:r>
            <a:r>
              <a:rPr lang="en-GB"/>
              <a:t> (C.3.3),. The EU Taxonomy defines precise technical screening criteria for this sector, particularly for the manufacturing of low-carbon </a:t>
            </a:r>
            <a:r>
              <a:rPr lang="en-GB" err="1"/>
              <a:t>technologies.;Production</a:t>
            </a:r>
            <a:r>
              <a:rPr lang="en-GB"/>
              <a:t> of specific technologies including renewable energy equipment, low-carbon transport vehicles, and other innovations that contribute </a:t>
            </a:r>
            <a:r>
              <a:rPr lang="en-GB">
                <a:highlight>
                  <a:srgbClr val="FFFF00"/>
                </a:highlight>
              </a:rPr>
              <a:t>substantially to the stabilization of greenhouse gas concentrations in the atmosphere</a:t>
            </a:r>
            <a:r>
              <a:rPr lang="en-GB"/>
              <a:t>,,.;</a:t>
            </a:r>
          </a:p>
          <a:p>
            <a:r>
              <a:rPr lang="en-GB" b="1">
                <a:highlight>
                  <a:srgbClr val="FFFF00"/>
                </a:highlight>
              </a:rPr>
              <a:t>Heavy industry manufacturers</a:t>
            </a:r>
            <a:r>
              <a:rPr lang="en-GB" b="1"/>
              <a:t>, engineering firms, renewable energy developers, </a:t>
            </a:r>
            <a:r>
              <a:rPr lang="en-GB" b="1">
                <a:highlight>
                  <a:srgbClr val="FFFF00"/>
                </a:highlight>
              </a:rPr>
              <a:t>and industrial technology providers</a:t>
            </a:r>
            <a:r>
              <a:rPr lang="en-GB" b="1"/>
              <a:t>,.</a:t>
            </a:r>
            <a:endParaRPr lang="en-GB"/>
          </a:p>
        </p:txBody>
      </p:sp>
      <p:sp>
        <p:nvSpPr>
          <p:cNvPr id="5" name="Footer Placeholder 4">
            <a:extLst>
              <a:ext uri="{FF2B5EF4-FFF2-40B4-BE49-F238E27FC236}">
                <a16:creationId xmlns:a16="http://schemas.microsoft.com/office/drawing/2014/main" id="{EAD33821-11C4-FC28-D15B-336B27980ECD}"/>
              </a:ext>
            </a:extLst>
          </p:cNvPr>
          <p:cNvSpPr>
            <a:spLocks noGrp="1"/>
          </p:cNvSpPr>
          <p:nvPr>
            <p:ph type="ftr" sz="quarter" idx="11"/>
          </p:nvPr>
        </p:nvSpPr>
        <p:spPr/>
        <p:txBody>
          <a:bodyPr/>
          <a:lstStyle/>
          <a:p>
            <a:r>
              <a:rPr lang="en-GB" err="1"/>
              <a:t>Fusszeile</a:t>
            </a:r>
            <a:endParaRPr lang="en-GB"/>
          </a:p>
        </p:txBody>
      </p:sp>
      <p:sp>
        <p:nvSpPr>
          <p:cNvPr id="6" name="Slide Number Placeholder 5">
            <a:extLst>
              <a:ext uri="{FF2B5EF4-FFF2-40B4-BE49-F238E27FC236}">
                <a16:creationId xmlns:a16="http://schemas.microsoft.com/office/drawing/2014/main" id="{AED061CA-466A-3692-9239-999637DD20EB}"/>
              </a:ext>
            </a:extLst>
          </p:cNvPr>
          <p:cNvSpPr>
            <a:spLocks noGrp="1"/>
          </p:cNvSpPr>
          <p:nvPr>
            <p:ph type="sldNum" sz="quarter" idx="12"/>
          </p:nvPr>
        </p:nvSpPr>
        <p:spPr/>
        <p:txBody>
          <a:bodyPr/>
          <a:lstStyle/>
          <a:p>
            <a:r>
              <a:rPr lang="en-GB"/>
              <a:t>SEITE </a:t>
            </a:r>
            <a:fld id="{BE3DC40E-DBBE-4E2D-9EEC-FBF0DA0E9179}" type="slidenum">
              <a:rPr lang="en-GB" smtClean="0"/>
              <a:t>28</a:t>
            </a:fld>
            <a:endParaRPr lang="en-GB"/>
          </a:p>
        </p:txBody>
      </p:sp>
      <p:sp>
        <p:nvSpPr>
          <p:cNvPr id="9" name="Title 8">
            <a:extLst>
              <a:ext uri="{FF2B5EF4-FFF2-40B4-BE49-F238E27FC236}">
                <a16:creationId xmlns:a16="http://schemas.microsoft.com/office/drawing/2014/main" id="{3E350A9E-51C9-0720-641A-8ACD62ECF33A}"/>
              </a:ext>
            </a:extLst>
          </p:cNvPr>
          <p:cNvSpPr>
            <a:spLocks noGrp="1"/>
          </p:cNvSpPr>
          <p:nvPr>
            <p:ph type="title"/>
          </p:nvPr>
        </p:nvSpPr>
        <p:spPr>
          <a:xfrm>
            <a:off x="462407" y="139700"/>
            <a:ext cx="7064459" cy="903822"/>
          </a:xfrm>
        </p:spPr>
        <p:txBody>
          <a:bodyPr/>
          <a:lstStyle/>
          <a:p>
            <a:r>
              <a:rPr lang="en-GB"/>
              <a:t>Limitations (3/3) : Only 1st Topic</a:t>
            </a:r>
          </a:p>
        </p:txBody>
      </p:sp>
    </p:spTree>
    <p:extLst>
      <p:ext uri="{BB962C8B-B14F-4D97-AF65-F5344CB8AC3E}">
        <p14:creationId xmlns:p14="http://schemas.microsoft.com/office/powerpoint/2010/main" val="333497591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30E078-1822-61DC-D1CB-A82FF5FD36E8}"/>
              </a:ext>
            </a:extLst>
          </p:cNvPr>
          <p:cNvSpPr>
            <a:spLocks noGrp="1"/>
          </p:cNvSpPr>
          <p:nvPr>
            <p:ph idx="1"/>
          </p:nvPr>
        </p:nvSpPr>
        <p:spPr/>
        <p:txBody>
          <a:bodyPr>
            <a:normAutofit fontScale="92500" lnSpcReduction="10000"/>
          </a:bodyPr>
          <a:lstStyle/>
          <a:p>
            <a:r>
              <a:rPr lang="en-US" sz="1100" err="1"/>
              <a:t>Gruensteidl</a:t>
            </a:r>
            <a:r>
              <a:rPr lang="en-US" sz="1100"/>
              <a:t>, M.N., &amp; Kirrane, S. (2026). A Comparison and Critical Reflection of Information Disorder Detection Techniques: Performing a Cross-Data and Cross-Model Evaluation</a:t>
            </a:r>
            <a:r>
              <a:rPr lang="en-US" sz="1100" i="1"/>
              <a:t>. </a:t>
            </a:r>
            <a:r>
              <a:rPr lang="fr-FR" sz="1100" i="1"/>
              <a:t>Information Fusion</a:t>
            </a:r>
            <a:r>
              <a:rPr lang="fr-FR" sz="1100"/>
              <a:t>, Volume 127, Part B. </a:t>
            </a:r>
            <a:r>
              <a:rPr lang="en-US" sz="1100">
                <a:hlinkClick r:id="rId2"/>
              </a:rPr>
              <a:t>https://www.sciencedirect.com/science/article/pii/S0950705126000493</a:t>
            </a:r>
            <a:endParaRPr lang="en-US" sz="1100"/>
          </a:p>
          <a:p>
            <a:r>
              <a:rPr lang="en-US" sz="1100"/>
              <a:t>Torabi Asr, F., &amp; Taboada, M. (2018). The Data Challenge in Misinformation Detection: Source Reputation vs. Content Veracity. </a:t>
            </a:r>
            <a:r>
              <a:rPr lang="en-CA" sz="1100" i="1"/>
              <a:t>Proceedings of the First Workshop on Fact Extraction and </a:t>
            </a:r>
            <a:r>
              <a:rPr lang="en-CA" sz="1100" i="1" err="1"/>
              <a:t>VERification</a:t>
            </a:r>
            <a:r>
              <a:rPr lang="en-CA" sz="1100" i="1"/>
              <a:t> (FEVER)</a:t>
            </a:r>
            <a:r>
              <a:rPr lang="en-CA" sz="1100"/>
              <a:t>, pages 10–15, Brussels, Belgium. </a:t>
            </a:r>
            <a:r>
              <a:rPr lang="en-CA" sz="1100">
                <a:hlinkClick r:id="rId3"/>
              </a:rPr>
              <a:t>https://aclanthology.org/W18-5502/</a:t>
            </a:r>
            <a:endParaRPr lang="en-CA" sz="1100"/>
          </a:p>
          <a:p>
            <a:r>
              <a:rPr lang="en-US" sz="1100"/>
              <a:t>Torabi Asr, F., &amp; Taboada, M. (2019). Big Data and quality data for fake news and misinformation detection. </a:t>
            </a:r>
            <a:r>
              <a:rPr lang="en-US" sz="1100" i="1"/>
              <a:t>Big Data &amp; Society</a:t>
            </a:r>
            <a:r>
              <a:rPr lang="en-US" sz="1100"/>
              <a:t>, </a:t>
            </a:r>
            <a:r>
              <a:rPr lang="en-US" sz="1100" i="1"/>
              <a:t>6</a:t>
            </a:r>
            <a:r>
              <a:rPr lang="en-US" sz="1100"/>
              <a:t>(1).</a:t>
            </a:r>
            <a:r>
              <a:rPr lang="en-CA" sz="1100"/>
              <a:t> </a:t>
            </a:r>
            <a:r>
              <a:rPr lang="en-US" sz="1100">
                <a:hlinkClick r:id="rId4"/>
              </a:rPr>
              <a:t>https://journals.sagepub.com/doi/full/10.1177/2053951719843310</a:t>
            </a:r>
            <a:endParaRPr lang="en-US" sz="1100"/>
          </a:p>
          <a:p>
            <a:r>
              <a:rPr lang="en-US" sz="1100"/>
              <a:t>Farrell, J., McConnell, K., &amp; Brulle, R. (2019). Evidence-based strategies to combat scientific misinformation. Nature climate change, 9(3), 191-195. </a:t>
            </a:r>
            <a:r>
              <a:rPr lang="en-US" sz="1100">
                <a:hlinkClick r:id="rId5"/>
              </a:rPr>
              <a:t>https://doi.org/10.1038/s41558-018-0368-6</a:t>
            </a:r>
            <a:r>
              <a:rPr lang="en-US" sz="1100"/>
              <a:t> </a:t>
            </a:r>
          </a:p>
          <a:p>
            <a:r>
              <a:rPr lang="en-US" sz="1100"/>
              <a:t>Afzali, M., Colak, G., &amp; </a:t>
            </a:r>
            <a:r>
              <a:rPr lang="en-US" sz="1100" err="1"/>
              <a:t>Vähämaa</a:t>
            </a:r>
            <a:r>
              <a:rPr lang="en-US" sz="1100"/>
              <a:t>, S. (2025). Climate change denial and corporate environmental responsibility. Journal of Business Ethics, 196(1), 31-59. </a:t>
            </a:r>
            <a:r>
              <a:rPr lang="en-US" sz="1100">
                <a:hlinkClick r:id="rId6"/>
              </a:rPr>
              <a:t>https://doi.org/10.1007/s10551-024-05625-y</a:t>
            </a:r>
            <a:r>
              <a:rPr lang="en-US" sz="1100"/>
              <a:t> </a:t>
            </a:r>
          </a:p>
          <a:p>
            <a:r>
              <a:rPr lang="en-GB" sz="1100"/>
              <a:t>Treen, K. M. D. I., Williams, H. T., &amp; O'Neill, S. J. (2020). Online misinformation about climate change. Wiley Interdisciplinary Reviews: Climate Change, 11(5), e665. </a:t>
            </a:r>
            <a:r>
              <a:rPr lang="en-GB" sz="1100" u="sng">
                <a:hlinkClick r:id="rId7"/>
              </a:rPr>
              <a:t>https://doi.org/10.1002/wcc.665</a:t>
            </a:r>
            <a:endParaRPr lang="en-US" sz="1100"/>
          </a:p>
          <a:p>
            <a:r>
              <a:rPr lang="en-GB" sz="1100"/>
              <a:t>Essien, E. O. (2025). Climate Change Disinformation on Social Media: A Meta-Synthesis on Epistemic Welfare in the Post-Truth Era. Social Sciences, 14(5), 304. </a:t>
            </a:r>
            <a:r>
              <a:rPr lang="en-GB" sz="1100" u="sng">
                <a:hlinkClick r:id="rId8"/>
              </a:rPr>
              <a:t>https://doi.org/10.3390/socsci14050304</a:t>
            </a:r>
            <a:endParaRPr lang="en-US" sz="1100"/>
          </a:p>
          <a:p>
            <a:r>
              <a:rPr lang="en-GB" sz="1100"/>
              <a:t>Walter, N., Cohen, J., Holbert, R. L., &amp; Morag, Y. (2020). Fact-Checking: A Meta-Analysis of What Works and for Whom. </a:t>
            </a:r>
            <a:r>
              <a:rPr lang="fr-FR" sz="1100" err="1"/>
              <a:t>Political</a:t>
            </a:r>
            <a:r>
              <a:rPr lang="fr-FR" sz="1100"/>
              <a:t> Communication, 37(3), 350–375. </a:t>
            </a:r>
            <a:r>
              <a:rPr lang="fr-FR" sz="1100" u="sng">
                <a:hlinkClick r:id="rId9"/>
              </a:rPr>
              <a:t>https://doi.org/10.1080/10584609.2019.1668894</a:t>
            </a:r>
            <a:r>
              <a:rPr lang="en-US" sz="1100"/>
              <a:t> </a:t>
            </a:r>
            <a:endParaRPr lang="fr-FR" sz="1100"/>
          </a:p>
          <a:p>
            <a:r>
              <a:rPr lang="fr-FR" sz="1100"/>
              <a:t>Ferracioli, P., Kniess, A. B., &amp; Marques, F. P. J. (2022). </a:t>
            </a:r>
            <a:r>
              <a:rPr lang="en-GB" sz="1100"/>
              <a:t>The Watchdog Role of Fact-Checkers in Different Media Systems. Digital Journalism, 10(5), 717–737. </a:t>
            </a:r>
            <a:r>
              <a:rPr lang="en-GB" sz="1100" u="sng">
                <a:hlinkClick r:id="rId10"/>
              </a:rPr>
              <a:t>https://doi.org/10.1080/21670811.2021.2021377</a:t>
            </a:r>
            <a:r>
              <a:rPr lang="en-US" sz="1100"/>
              <a:t> </a:t>
            </a:r>
            <a:endParaRPr lang="fr-FR" sz="1100"/>
          </a:p>
          <a:p>
            <a:r>
              <a:rPr lang="en-CA" sz="1100"/>
              <a:t>W.E. Forum, The Global Risks Report 2024, Insight Report, World Economic Forum, 2024. ISBN: 978-2-940631-64-3, </a:t>
            </a:r>
            <a:r>
              <a:rPr lang="en-CA" sz="1100">
                <a:hlinkClick r:id="rId11"/>
              </a:rPr>
              <a:t>https://www.weforum.org/publications/global-risks-report-2024/</a:t>
            </a:r>
            <a:endParaRPr lang="en-CA" sz="1100"/>
          </a:p>
        </p:txBody>
      </p:sp>
      <p:sp>
        <p:nvSpPr>
          <p:cNvPr id="5" name="Title 4">
            <a:extLst>
              <a:ext uri="{FF2B5EF4-FFF2-40B4-BE49-F238E27FC236}">
                <a16:creationId xmlns:a16="http://schemas.microsoft.com/office/drawing/2014/main" id="{4B0B6F8D-234E-8552-B3E5-7841DE095D81}"/>
              </a:ext>
            </a:extLst>
          </p:cNvPr>
          <p:cNvSpPr>
            <a:spLocks noGrp="1"/>
          </p:cNvSpPr>
          <p:nvPr>
            <p:ph type="title"/>
          </p:nvPr>
        </p:nvSpPr>
        <p:spPr/>
        <p:txBody>
          <a:bodyPr/>
          <a:lstStyle/>
          <a:p>
            <a:r>
              <a:rPr lang="fr-CA"/>
              <a:t>Sources</a:t>
            </a:r>
            <a:endParaRPr lang="en-CA"/>
          </a:p>
        </p:txBody>
      </p:sp>
    </p:spTree>
    <p:extLst>
      <p:ext uri="{BB962C8B-B14F-4D97-AF65-F5344CB8AC3E}">
        <p14:creationId xmlns:p14="http://schemas.microsoft.com/office/powerpoint/2010/main" val="413782185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11D09F9-DDC1-89EE-BB1B-965CC912049F}"/>
              </a:ext>
            </a:extLst>
          </p:cNvPr>
          <p:cNvSpPr>
            <a:spLocks noGrp="1"/>
          </p:cNvSpPr>
          <p:nvPr>
            <p:ph type="ftr" sz="quarter" idx="15"/>
          </p:nvPr>
        </p:nvSpPr>
        <p:spPr/>
        <p:txBody>
          <a:bodyPr/>
          <a:lstStyle/>
          <a:p>
            <a:r>
              <a:rPr lang="de-AT"/>
              <a:t>Fusszeile</a:t>
            </a:r>
          </a:p>
        </p:txBody>
      </p:sp>
      <p:sp>
        <p:nvSpPr>
          <p:cNvPr id="4" name="Slide Number Placeholder 3">
            <a:extLst>
              <a:ext uri="{FF2B5EF4-FFF2-40B4-BE49-F238E27FC236}">
                <a16:creationId xmlns:a16="http://schemas.microsoft.com/office/drawing/2014/main" id="{1F50BD43-06FB-0012-09DF-9A1C9241D0D0}"/>
              </a:ext>
            </a:extLst>
          </p:cNvPr>
          <p:cNvSpPr>
            <a:spLocks noGrp="1"/>
          </p:cNvSpPr>
          <p:nvPr>
            <p:ph type="sldNum" sz="quarter" idx="16"/>
          </p:nvPr>
        </p:nvSpPr>
        <p:spPr/>
        <p:txBody>
          <a:bodyPr/>
          <a:lstStyle/>
          <a:p>
            <a:r>
              <a:rPr lang="de-AT"/>
              <a:t>SEITE </a:t>
            </a:r>
            <a:fld id="{BE3DC40E-DBBE-4E2D-9EEC-FBF0DA0E9179}" type="slidenum">
              <a:rPr lang="de-AT" smtClean="0"/>
              <a:t>30</a:t>
            </a:fld>
            <a:endParaRPr lang="de-AT"/>
          </a:p>
        </p:txBody>
      </p:sp>
      <p:sp>
        <p:nvSpPr>
          <p:cNvPr id="5" name="Title 4">
            <a:extLst>
              <a:ext uri="{FF2B5EF4-FFF2-40B4-BE49-F238E27FC236}">
                <a16:creationId xmlns:a16="http://schemas.microsoft.com/office/drawing/2014/main" id="{8591F3A3-DE22-A300-50FC-378F41EF44E7}"/>
              </a:ext>
            </a:extLst>
          </p:cNvPr>
          <p:cNvSpPr>
            <a:spLocks noGrp="1"/>
          </p:cNvSpPr>
          <p:nvPr>
            <p:ph type="title"/>
          </p:nvPr>
        </p:nvSpPr>
        <p:spPr/>
        <p:txBody>
          <a:bodyPr/>
          <a:lstStyle/>
          <a:p>
            <a:r>
              <a:rPr lang="fr-CA"/>
              <a:t>Q&amp;A</a:t>
            </a:r>
            <a:endParaRPr lang="en-CA"/>
          </a:p>
        </p:txBody>
      </p:sp>
      <p:sp>
        <p:nvSpPr>
          <p:cNvPr id="10" name="Text Placeholder 11">
            <a:extLst>
              <a:ext uri="{FF2B5EF4-FFF2-40B4-BE49-F238E27FC236}">
                <a16:creationId xmlns:a16="http://schemas.microsoft.com/office/drawing/2014/main" id="{79E100CA-2241-8BAA-C32F-24BD9467F0FE}"/>
              </a:ext>
            </a:extLst>
          </p:cNvPr>
          <p:cNvSpPr txBox="1">
            <a:spLocks/>
          </p:cNvSpPr>
          <p:nvPr/>
        </p:nvSpPr>
        <p:spPr bwMode="gray">
          <a:xfrm>
            <a:off x="5394599" y="1251756"/>
            <a:ext cx="2971784" cy="533136"/>
          </a:xfrm>
          <a:prstGeom prst="rect">
            <a:avLst/>
          </a:prstGeom>
          <a:solidFill>
            <a:schemeClr val="accent1"/>
          </a:solidFill>
          <a:ln w="12700" cap="flat" cmpd="sng" algn="ctr">
            <a:solidFill>
              <a:schemeClr val="accent1"/>
            </a:solidFill>
            <a:prstDash val="solid"/>
            <a:miter lim="800000"/>
          </a:ln>
          <a:effectLst/>
        </p:spPr>
        <p:txBody>
          <a:bodyPr vert="horz" lIns="0" tIns="45715" rIns="0" bIns="45715" rtlCol="0" anchor="ctr" anchorCtr="0">
            <a:noAutofit/>
          </a:bodyPr>
          <a:lstStyle>
            <a:lvl1pPr marL="92066" indent="0" algn="l" defTabSz="914306" rtl="0" eaLnBrk="1" latinLnBrk="0" hangingPunct="1">
              <a:lnSpc>
                <a:spcPct val="100000"/>
              </a:lnSpc>
              <a:spcBef>
                <a:spcPts val="0"/>
              </a:spcBef>
              <a:spcAft>
                <a:spcPts val="600"/>
              </a:spcAft>
              <a:buClr>
                <a:schemeClr val="accent1"/>
              </a:buClr>
              <a:buFont typeface="Wingdings" charset="2"/>
              <a:buNone/>
              <a:tabLst/>
              <a:defRPr sz="1800" b="1" kern="1200" baseline="0">
                <a:solidFill>
                  <a:schemeClr val="bg1"/>
                </a:solidFill>
                <a:latin typeface="+mj-lt"/>
                <a:ea typeface="+mn-ea"/>
                <a:cs typeface="+mn-cs"/>
              </a:defRPr>
            </a:lvl1pPr>
            <a:lvl2pPr marL="457153" indent="0" algn="l" defTabSz="914306" rtl="0" eaLnBrk="1" latinLnBrk="0" hangingPunct="1">
              <a:lnSpc>
                <a:spcPct val="100000"/>
              </a:lnSpc>
              <a:spcBef>
                <a:spcPts val="0"/>
              </a:spcBef>
              <a:spcAft>
                <a:spcPts val="400"/>
              </a:spcAft>
              <a:buClr>
                <a:schemeClr val="accent1"/>
              </a:buClr>
              <a:buSzPct val="100000"/>
              <a:buFont typeface="Wingdings" charset="2"/>
              <a:buNone/>
              <a:defRPr sz="2000" b="1" kern="1200">
                <a:solidFill>
                  <a:schemeClr val="tx1"/>
                </a:solidFill>
                <a:latin typeface="+mn-lt"/>
                <a:ea typeface="+mn-ea"/>
                <a:cs typeface="+mn-cs"/>
              </a:defRPr>
            </a:lvl2pPr>
            <a:lvl3pPr marL="914306" indent="0" algn="l" defTabSz="914306" rtl="0" eaLnBrk="1" latinLnBrk="0" hangingPunct="1">
              <a:lnSpc>
                <a:spcPct val="100000"/>
              </a:lnSpc>
              <a:spcBef>
                <a:spcPts val="0"/>
              </a:spcBef>
              <a:spcAft>
                <a:spcPts val="400"/>
              </a:spcAft>
              <a:buClr>
                <a:schemeClr val="accent1"/>
              </a:buClr>
              <a:buFont typeface="Wingdings" charset="2"/>
              <a:buNone/>
              <a:defRPr sz="1800" b="1" kern="1200">
                <a:solidFill>
                  <a:schemeClr val="tx1"/>
                </a:solidFill>
                <a:latin typeface="+mn-lt"/>
                <a:ea typeface="+mn-ea"/>
                <a:cs typeface="+mn-cs"/>
              </a:defRPr>
            </a:lvl3pPr>
            <a:lvl4pPr marL="1371460" indent="0" algn="l" defTabSz="914306" rtl="0" eaLnBrk="1" latinLnBrk="0" hangingPunct="1">
              <a:lnSpc>
                <a:spcPct val="100000"/>
              </a:lnSpc>
              <a:spcBef>
                <a:spcPts val="0"/>
              </a:spcBef>
              <a:spcAft>
                <a:spcPts val="400"/>
              </a:spcAft>
              <a:buClr>
                <a:schemeClr val="accent1"/>
              </a:buClr>
              <a:buFont typeface="Wingdings" charset="2"/>
              <a:buNone/>
              <a:defRPr sz="1600" b="1" kern="1200">
                <a:solidFill>
                  <a:schemeClr val="tx1"/>
                </a:solidFill>
                <a:latin typeface="+mn-lt"/>
                <a:ea typeface="+mn-ea"/>
                <a:cs typeface="+mn-cs"/>
              </a:defRPr>
            </a:lvl4pPr>
            <a:lvl5pPr marL="1828613" indent="0" algn="l" defTabSz="914306" rtl="0" eaLnBrk="1" latinLnBrk="0" hangingPunct="1">
              <a:lnSpc>
                <a:spcPct val="100000"/>
              </a:lnSpc>
              <a:spcBef>
                <a:spcPts val="0"/>
              </a:spcBef>
              <a:spcAft>
                <a:spcPts val="400"/>
              </a:spcAft>
              <a:buClr>
                <a:schemeClr val="accent1"/>
              </a:buClr>
              <a:buFont typeface="Wingdings" charset="2"/>
              <a:buNone/>
              <a:defRPr sz="1600" b="1" kern="1200">
                <a:solidFill>
                  <a:schemeClr val="tx1"/>
                </a:solidFill>
                <a:latin typeface="+mn-lt"/>
                <a:ea typeface="+mn-ea"/>
                <a:cs typeface="+mn-cs"/>
              </a:defRPr>
            </a:lvl5pPr>
            <a:lvl6pPr marL="2285767"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2920"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073"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227"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9pPr>
          </a:lstStyle>
          <a:p>
            <a:pPr algn="ctr"/>
            <a:r>
              <a:rPr lang="fr-CA" dirty="0"/>
              <a:t>CorEx </a:t>
            </a:r>
            <a:r>
              <a:rPr lang="fr-CA" dirty="0" err="1"/>
              <a:t>anchored</a:t>
            </a:r>
            <a:r>
              <a:rPr lang="fr-CA" dirty="0"/>
              <a:t> </a:t>
            </a:r>
            <a:r>
              <a:rPr lang="fr-CA" dirty="0" err="1"/>
              <a:t>with</a:t>
            </a:r>
            <a:r>
              <a:rPr lang="fr-CA" dirty="0"/>
              <a:t>  2 sets of </a:t>
            </a:r>
            <a:r>
              <a:rPr lang="fr-CA" dirty="0" err="1"/>
              <a:t>seeds</a:t>
            </a:r>
            <a:endParaRPr lang="en-CA" dirty="0"/>
          </a:p>
        </p:txBody>
      </p:sp>
      <p:graphicFrame>
        <p:nvGraphicFramePr>
          <p:cNvPr id="11" name="Content Placeholder 1">
            <a:extLst>
              <a:ext uri="{FF2B5EF4-FFF2-40B4-BE49-F238E27FC236}">
                <a16:creationId xmlns:a16="http://schemas.microsoft.com/office/drawing/2014/main" id="{7431684E-6AAD-05DA-7C2B-8B7BC0D4C3E7}"/>
              </a:ext>
            </a:extLst>
          </p:cNvPr>
          <p:cNvGraphicFramePr>
            <a:graphicFrameLocks/>
          </p:cNvGraphicFramePr>
          <p:nvPr>
            <p:extLst>
              <p:ext uri="{D42A27DB-BD31-4B8C-83A1-F6EECF244321}">
                <p14:modId xmlns:p14="http://schemas.microsoft.com/office/powerpoint/2010/main" val="105531003"/>
              </p:ext>
            </p:extLst>
          </p:nvPr>
        </p:nvGraphicFramePr>
        <p:xfrm>
          <a:off x="4885268" y="1997849"/>
          <a:ext cx="3990446" cy="3293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Content Placeholder 1">
            <a:extLst>
              <a:ext uri="{FF2B5EF4-FFF2-40B4-BE49-F238E27FC236}">
                <a16:creationId xmlns:a16="http://schemas.microsoft.com/office/drawing/2014/main" id="{34B6C7B0-58BC-A358-62EA-7A3E64A7F55A}"/>
              </a:ext>
            </a:extLst>
          </p:cNvPr>
          <p:cNvGraphicFramePr>
            <a:graphicFrameLocks/>
          </p:cNvGraphicFramePr>
          <p:nvPr>
            <p:extLst>
              <p:ext uri="{D42A27DB-BD31-4B8C-83A1-F6EECF244321}">
                <p14:modId xmlns:p14="http://schemas.microsoft.com/office/powerpoint/2010/main" val="939132955"/>
              </p:ext>
            </p:extLst>
          </p:nvPr>
        </p:nvGraphicFramePr>
        <p:xfrm>
          <a:off x="648583" y="1997849"/>
          <a:ext cx="3610149" cy="32059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3" name="Text Placeholder 11">
            <a:extLst>
              <a:ext uri="{FF2B5EF4-FFF2-40B4-BE49-F238E27FC236}">
                <a16:creationId xmlns:a16="http://schemas.microsoft.com/office/drawing/2014/main" id="{0F74F80C-62D2-8134-939F-835184EE808A}"/>
              </a:ext>
            </a:extLst>
          </p:cNvPr>
          <p:cNvSpPr txBox="1">
            <a:spLocks/>
          </p:cNvSpPr>
          <p:nvPr/>
        </p:nvSpPr>
        <p:spPr bwMode="gray">
          <a:xfrm>
            <a:off x="967765" y="1251756"/>
            <a:ext cx="2971784" cy="533136"/>
          </a:xfrm>
          <a:prstGeom prst="rect">
            <a:avLst/>
          </a:prstGeom>
          <a:solidFill>
            <a:schemeClr val="accent1"/>
          </a:solidFill>
          <a:ln w="12700" cap="flat" cmpd="sng" algn="ctr">
            <a:solidFill>
              <a:schemeClr val="accent1"/>
            </a:solidFill>
            <a:prstDash val="solid"/>
            <a:miter lim="800000"/>
          </a:ln>
          <a:effectLst/>
        </p:spPr>
        <p:txBody>
          <a:bodyPr vert="horz" lIns="0" tIns="45715" rIns="0" bIns="45715" rtlCol="0" anchor="ctr" anchorCtr="0">
            <a:noAutofit/>
          </a:bodyPr>
          <a:lstStyle>
            <a:lvl1pPr marL="92066" indent="0" algn="l" defTabSz="914306" rtl="0" eaLnBrk="1" latinLnBrk="0" hangingPunct="1">
              <a:lnSpc>
                <a:spcPct val="100000"/>
              </a:lnSpc>
              <a:spcBef>
                <a:spcPts val="0"/>
              </a:spcBef>
              <a:spcAft>
                <a:spcPts val="600"/>
              </a:spcAft>
              <a:buClr>
                <a:schemeClr val="accent1"/>
              </a:buClr>
              <a:buFont typeface="Wingdings" charset="2"/>
              <a:buNone/>
              <a:tabLst/>
              <a:defRPr sz="1800" b="1" kern="1200" baseline="0">
                <a:solidFill>
                  <a:schemeClr val="bg1"/>
                </a:solidFill>
                <a:latin typeface="+mj-lt"/>
                <a:ea typeface="+mn-ea"/>
                <a:cs typeface="+mn-cs"/>
              </a:defRPr>
            </a:lvl1pPr>
            <a:lvl2pPr marL="457153" indent="0" algn="l" defTabSz="914306" rtl="0" eaLnBrk="1" latinLnBrk="0" hangingPunct="1">
              <a:lnSpc>
                <a:spcPct val="100000"/>
              </a:lnSpc>
              <a:spcBef>
                <a:spcPts val="0"/>
              </a:spcBef>
              <a:spcAft>
                <a:spcPts val="400"/>
              </a:spcAft>
              <a:buClr>
                <a:schemeClr val="accent1"/>
              </a:buClr>
              <a:buSzPct val="100000"/>
              <a:buFont typeface="Wingdings" charset="2"/>
              <a:buNone/>
              <a:defRPr sz="2000" b="1" kern="1200">
                <a:solidFill>
                  <a:schemeClr val="tx1"/>
                </a:solidFill>
                <a:latin typeface="+mn-lt"/>
                <a:ea typeface="+mn-ea"/>
                <a:cs typeface="+mn-cs"/>
              </a:defRPr>
            </a:lvl2pPr>
            <a:lvl3pPr marL="914306" indent="0" algn="l" defTabSz="914306" rtl="0" eaLnBrk="1" latinLnBrk="0" hangingPunct="1">
              <a:lnSpc>
                <a:spcPct val="100000"/>
              </a:lnSpc>
              <a:spcBef>
                <a:spcPts val="0"/>
              </a:spcBef>
              <a:spcAft>
                <a:spcPts val="400"/>
              </a:spcAft>
              <a:buClr>
                <a:schemeClr val="accent1"/>
              </a:buClr>
              <a:buFont typeface="Wingdings" charset="2"/>
              <a:buNone/>
              <a:defRPr sz="1800" b="1" kern="1200">
                <a:solidFill>
                  <a:schemeClr val="tx1"/>
                </a:solidFill>
                <a:latin typeface="+mn-lt"/>
                <a:ea typeface="+mn-ea"/>
                <a:cs typeface="+mn-cs"/>
              </a:defRPr>
            </a:lvl3pPr>
            <a:lvl4pPr marL="1371460" indent="0" algn="l" defTabSz="914306" rtl="0" eaLnBrk="1" latinLnBrk="0" hangingPunct="1">
              <a:lnSpc>
                <a:spcPct val="100000"/>
              </a:lnSpc>
              <a:spcBef>
                <a:spcPts val="0"/>
              </a:spcBef>
              <a:spcAft>
                <a:spcPts val="400"/>
              </a:spcAft>
              <a:buClr>
                <a:schemeClr val="accent1"/>
              </a:buClr>
              <a:buFont typeface="Wingdings" charset="2"/>
              <a:buNone/>
              <a:defRPr sz="1600" b="1" kern="1200">
                <a:solidFill>
                  <a:schemeClr val="tx1"/>
                </a:solidFill>
                <a:latin typeface="+mn-lt"/>
                <a:ea typeface="+mn-ea"/>
                <a:cs typeface="+mn-cs"/>
              </a:defRPr>
            </a:lvl4pPr>
            <a:lvl5pPr marL="1828613" indent="0" algn="l" defTabSz="914306" rtl="0" eaLnBrk="1" latinLnBrk="0" hangingPunct="1">
              <a:lnSpc>
                <a:spcPct val="100000"/>
              </a:lnSpc>
              <a:spcBef>
                <a:spcPts val="0"/>
              </a:spcBef>
              <a:spcAft>
                <a:spcPts val="400"/>
              </a:spcAft>
              <a:buClr>
                <a:schemeClr val="accent1"/>
              </a:buClr>
              <a:buFont typeface="Wingdings" charset="2"/>
              <a:buNone/>
              <a:defRPr sz="1600" b="1" kern="1200">
                <a:solidFill>
                  <a:schemeClr val="tx1"/>
                </a:solidFill>
                <a:latin typeface="+mn-lt"/>
                <a:ea typeface="+mn-ea"/>
                <a:cs typeface="+mn-cs"/>
              </a:defRPr>
            </a:lvl5pPr>
            <a:lvl6pPr marL="2285767"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6pPr>
            <a:lvl7pPr marL="2742920"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7pPr>
            <a:lvl8pPr marL="3200073"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8pPr>
            <a:lvl9pPr marL="3657227" indent="0" algn="l" defTabSz="914306" rtl="0" eaLnBrk="1" latinLnBrk="0" hangingPunct="1">
              <a:spcBef>
                <a:spcPct val="20000"/>
              </a:spcBef>
              <a:buFont typeface="Arial" pitchFamily="34" charset="0"/>
              <a:buNone/>
              <a:defRPr sz="1600" b="1" kern="1200">
                <a:solidFill>
                  <a:schemeClr val="tx1"/>
                </a:solidFill>
                <a:latin typeface="+mn-lt"/>
                <a:ea typeface="+mn-ea"/>
                <a:cs typeface="+mn-cs"/>
              </a:defRPr>
            </a:lvl9pPr>
          </a:lstStyle>
          <a:p>
            <a:pPr algn="ctr"/>
            <a:r>
              <a:rPr lang="fr-CA" dirty="0" err="1"/>
              <a:t>BERTopic</a:t>
            </a:r>
            <a:r>
              <a:rPr lang="fr-CA" dirty="0"/>
              <a:t> (</a:t>
            </a:r>
            <a:r>
              <a:rPr lang="fr-CA" dirty="0" err="1"/>
              <a:t>Zeroshot</a:t>
            </a:r>
            <a:r>
              <a:rPr lang="fr-CA" dirty="0"/>
              <a:t> </a:t>
            </a:r>
            <a:r>
              <a:rPr lang="fr-CA" dirty="0" err="1"/>
              <a:t>method</a:t>
            </a:r>
            <a:r>
              <a:rPr lang="fr-CA" dirty="0"/>
              <a:t>)</a:t>
            </a:r>
            <a:endParaRPr lang="en-CA" dirty="0"/>
          </a:p>
        </p:txBody>
      </p:sp>
    </p:spTree>
    <p:extLst>
      <p:ext uri="{BB962C8B-B14F-4D97-AF65-F5344CB8AC3E}">
        <p14:creationId xmlns:p14="http://schemas.microsoft.com/office/powerpoint/2010/main" val="43861275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436A6-2DEF-9642-7B6A-1FE73B0BEBF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11060F6-058A-C547-DF61-2D584E3BB474}"/>
              </a:ext>
            </a:extLst>
          </p:cNvPr>
          <p:cNvSpPr>
            <a:spLocks noGrp="1"/>
          </p:cNvSpPr>
          <p:nvPr>
            <p:ph type="ftr" sz="quarter" idx="15"/>
          </p:nvPr>
        </p:nvSpPr>
        <p:spPr/>
        <p:txBody>
          <a:bodyPr/>
          <a:lstStyle/>
          <a:p>
            <a:r>
              <a:rPr lang="de-AT"/>
              <a:t>Fusszeile</a:t>
            </a:r>
          </a:p>
        </p:txBody>
      </p:sp>
      <p:sp>
        <p:nvSpPr>
          <p:cNvPr id="4" name="Slide Number Placeholder 3">
            <a:extLst>
              <a:ext uri="{FF2B5EF4-FFF2-40B4-BE49-F238E27FC236}">
                <a16:creationId xmlns:a16="http://schemas.microsoft.com/office/drawing/2014/main" id="{7262E999-AD2D-E97E-52A4-D76D5B4CD24D}"/>
              </a:ext>
            </a:extLst>
          </p:cNvPr>
          <p:cNvSpPr>
            <a:spLocks noGrp="1"/>
          </p:cNvSpPr>
          <p:nvPr>
            <p:ph type="sldNum" sz="quarter" idx="16"/>
          </p:nvPr>
        </p:nvSpPr>
        <p:spPr/>
        <p:txBody>
          <a:bodyPr/>
          <a:lstStyle/>
          <a:p>
            <a:r>
              <a:rPr lang="de-AT"/>
              <a:t>SEITE </a:t>
            </a:r>
            <a:fld id="{BE3DC40E-DBBE-4E2D-9EEC-FBF0DA0E9179}" type="slidenum">
              <a:rPr lang="de-AT" smtClean="0"/>
              <a:t>31</a:t>
            </a:fld>
            <a:endParaRPr lang="de-AT"/>
          </a:p>
        </p:txBody>
      </p:sp>
      <p:sp>
        <p:nvSpPr>
          <p:cNvPr id="5" name="Title 4">
            <a:extLst>
              <a:ext uri="{FF2B5EF4-FFF2-40B4-BE49-F238E27FC236}">
                <a16:creationId xmlns:a16="http://schemas.microsoft.com/office/drawing/2014/main" id="{2E76AA07-912B-73B6-6521-7E0A722F2B1D}"/>
              </a:ext>
            </a:extLst>
          </p:cNvPr>
          <p:cNvSpPr>
            <a:spLocks noGrp="1"/>
          </p:cNvSpPr>
          <p:nvPr>
            <p:ph type="title"/>
          </p:nvPr>
        </p:nvSpPr>
        <p:spPr/>
        <p:txBody>
          <a:bodyPr/>
          <a:lstStyle/>
          <a:p>
            <a:r>
              <a:rPr lang="fr-CA"/>
              <a:t>Q&amp;A</a:t>
            </a:r>
            <a:endParaRPr lang="en-CA"/>
          </a:p>
        </p:txBody>
      </p:sp>
      <p:sp>
        <p:nvSpPr>
          <p:cNvPr id="2" name="Content Placeholder 8">
            <a:extLst>
              <a:ext uri="{FF2B5EF4-FFF2-40B4-BE49-F238E27FC236}">
                <a16:creationId xmlns:a16="http://schemas.microsoft.com/office/drawing/2014/main" id="{A3CF39DF-517B-E182-BF65-81DBC62E4019}"/>
              </a:ext>
            </a:extLst>
          </p:cNvPr>
          <p:cNvSpPr>
            <a:spLocks noGrp="1"/>
          </p:cNvSpPr>
          <p:nvPr>
            <p:ph sz="half" idx="1"/>
          </p:nvPr>
        </p:nvSpPr>
        <p:spPr>
          <a:xfrm>
            <a:off x="462405" y="1935991"/>
            <a:ext cx="3960000" cy="3267834"/>
          </a:xfrm>
        </p:spPr>
        <p:txBody>
          <a:bodyPr/>
          <a:lstStyle/>
          <a:p>
            <a:r>
              <a:rPr lang="fr-CA"/>
              <a:t>Insights at the </a:t>
            </a:r>
            <a:r>
              <a:rPr lang="fr-CA" err="1"/>
              <a:t>dataset</a:t>
            </a:r>
            <a:r>
              <a:rPr lang="fr-CA"/>
              <a:t> </a:t>
            </a:r>
            <a:r>
              <a:rPr lang="fr-CA" err="1"/>
              <a:t>level</a:t>
            </a:r>
            <a:r>
              <a:rPr lang="fr-CA"/>
              <a:t>:</a:t>
            </a:r>
          </a:p>
          <a:p>
            <a:pPr lvl="1"/>
            <a:r>
              <a:rPr lang="fr-CA" err="1"/>
              <a:t>Results</a:t>
            </a:r>
            <a:r>
              <a:rPr lang="fr-CA"/>
              <a:t>: main topics in the data</a:t>
            </a:r>
          </a:p>
          <a:p>
            <a:pPr lvl="2"/>
            <a:r>
              <a:rPr lang="fr-CA" err="1"/>
              <a:t>Exploratory</a:t>
            </a:r>
            <a:endParaRPr lang="fr-CA"/>
          </a:p>
          <a:p>
            <a:pPr lvl="2"/>
            <a:r>
              <a:rPr lang="fr-CA" err="1"/>
              <a:t>Directed</a:t>
            </a:r>
            <a:r>
              <a:rPr lang="fr-CA"/>
              <a:t> (</a:t>
            </a:r>
            <a:r>
              <a:rPr lang="fr-CA" err="1"/>
              <a:t>zeroshot</a:t>
            </a:r>
            <a:r>
              <a:rPr lang="fr-CA"/>
              <a:t>)</a:t>
            </a:r>
          </a:p>
          <a:p>
            <a:pPr lvl="1"/>
            <a:r>
              <a:rPr lang="fr-CA"/>
              <a:t>Public: </a:t>
            </a:r>
            <a:r>
              <a:rPr lang="fr-CA" err="1"/>
              <a:t>researchers</a:t>
            </a:r>
            <a:r>
              <a:rPr lang="fr-CA"/>
              <a:t> </a:t>
            </a:r>
            <a:r>
              <a:rPr lang="fr-CA" err="1"/>
              <a:t>that</a:t>
            </a:r>
            <a:r>
              <a:rPr lang="fr-CA"/>
              <a:t> </a:t>
            </a:r>
            <a:r>
              <a:rPr lang="fr-CA" err="1"/>
              <a:t>will</a:t>
            </a:r>
            <a:r>
              <a:rPr lang="fr-CA"/>
              <a:t> train the </a:t>
            </a:r>
            <a:r>
              <a:rPr lang="fr-CA" err="1"/>
              <a:t>models</a:t>
            </a:r>
            <a:r>
              <a:rPr lang="fr-CA"/>
              <a:t> (up-river)</a:t>
            </a:r>
          </a:p>
          <a:p>
            <a:pPr lvl="2"/>
            <a:r>
              <a:rPr lang="fr-CA"/>
              <a:t>Topic </a:t>
            </a:r>
            <a:r>
              <a:rPr lang="fr-CA" err="1"/>
              <a:t>density</a:t>
            </a:r>
            <a:endParaRPr lang="fr-CA"/>
          </a:p>
          <a:p>
            <a:pPr lvl="2"/>
            <a:r>
              <a:rPr lang="en-US"/>
              <a:t>Systematic bias</a:t>
            </a:r>
          </a:p>
          <a:p>
            <a:pPr lvl="2"/>
            <a:r>
              <a:rPr lang="en-US"/>
              <a:t>Missing data</a:t>
            </a:r>
          </a:p>
          <a:p>
            <a:pPr lvl="2"/>
            <a:r>
              <a:rPr lang="en-US"/>
              <a:t>Distorted parameter estimates</a:t>
            </a:r>
          </a:p>
          <a:p>
            <a:pPr lvl="2"/>
            <a:r>
              <a:rPr lang="en-US"/>
              <a:t>Reduced predictive power</a:t>
            </a:r>
          </a:p>
          <a:p>
            <a:pPr lvl="2"/>
            <a:r>
              <a:rPr lang="en-CA"/>
              <a:t>Generalization failure of </a:t>
            </a:r>
            <a:r>
              <a:rPr lang="en-US"/>
              <a:t>the model</a:t>
            </a:r>
            <a:endParaRPr lang="fr-CA"/>
          </a:p>
          <a:p>
            <a:pPr lvl="1"/>
            <a:endParaRPr lang="en-CA"/>
          </a:p>
        </p:txBody>
      </p:sp>
      <p:sp>
        <p:nvSpPr>
          <p:cNvPr id="6" name="Content Placeholder 9">
            <a:extLst>
              <a:ext uri="{FF2B5EF4-FFF2-40B4-BE49-F238E27FC236}">
                <a16:creationId xmlns:a16="http://schemas.microsoft.com/office/drawing/2014/main" id="{40278A8B-981C-96F5-99BA-82B2FBB68749}"/>
              </a:ext>
            </a:extLst>
          </p:cNvPr>
          <p:cNvSpPr>
            <a:spLocks noGrp="1"/>
          </p:cNvSpPr>
          <p:nvPr>
            <p:ph sz="half" idx="2"/>
          </p:nvPr>
        </p:nvSpPr>
        <p:spPr>
          <a:xfrm>
            <a:off x="4715688" y="1935991"/>
            <a:ext cx="3960000" cy="3267834"/>
          </a:xfrm>
        </p:spPr>
        <p:txBody>
          <a:bodyPr/>
          <a:lstStyle/>
          <a:p>
            <a:r>
              <a:rPr lang="fr-CA"/>
              <a:t>Insights at the </a:t>
            </a:r>
            <a:r>
              <a:rPr lang="fr-CA" err="1"/>
              <a:t>dataset</a:t>
            </a:r>
            <a:r>
              <a:rPr lang="fr-CA"/>
              <a:t> AND </a:t>
            </a:r>
            <a:r>
              <a:rPr lang="fr-CA" err="1"/>
              <a:t>individual</a:t>
            </a:r>
            <a:r>
              <a:rPr lang="fr-CA"/>
              <a:t> article </a:t>
            </a:r>
            <a:r>
              <a:rPr lang="fr-CA" err="1"/>
              <a:t>level</a:t>
            </a:r>
            <a:r>
              <a:rPr lang="fr-CA"/>
              <a:t>:</a:t>
            </a:r>
          </a:p>
          <a:p>
            <a:pPr lvl="1"/>
            <a:r>
              <a:rPr lang="fr-CA" err="1"/>
              <a:t>Results</a:t>
            </a:r>
            <a:r>
              <a:rPr lang="fr-CA"/>
              <a:t>: main topics in the data and main keywords in the article</a:t>
            </a:r>
          </a:p>
          <a:p>
            <a:pPr lvl="2"/>
            <a:r>
              <a:rPr lang="fr-CA" err="1"/>
              <a:t>Directed</a:t>
            </a:r>
            <a:r>
              <a:rPr lang="fr-CA"/>
              <a:t> (</a:t>
            </a:r>
            <a:r>
              <a:rPr lang="fr-CA" err="1"/>
              <a:t>anchored</a:t>
            </a:r>
            <a:r>
              <a:rPr lang="fr-CA"/>
              <a:t>)</a:t>
            </a:r>
          </a:p>
          <a:p>
            <a:pPr lvl="1"/>
            <a:r>
              <a:rPr lang="fr-CA"/>
              <a:t>Public: </a:t>
            </a:r>
            <a:r>
              <a:rPr lang="fr-CA" err="1"/>
              <a:t>researchers</a:t>
            </a:r>
            <a:r>
              <a:rPr lang="fr-CA"/>
              <a:t> AND </a:t>
            </a:r>
            <a:r>
              <a:rPr lang="fr-CA" err="1"/>
              <a:t>readers</a:t>
            </a:r>
            <a:r>
              <a:rPr lang="fr-CA"/>
              <a:t> (up-river and down-river)</a:t>
            </a:r>
          </a:p>
          <a:p>
            <a:pPr lvl="2"/>
            <a:r>
              <a:rPr lang="fr-CA" err="1"/>
              <a:t>Same</a:t>
            </a:r>
            <a:r>
              <a:rPr lang="fr-CA"/>
              <a:t> as BERT + </a:t>
            </a:r>
            <a:r>
              <a:rPr lang="fr-CA" err="1"/>
              <a:t>Contextual</a:t>
            </a:r>
            <a:r>
              <a:rPr lang="fr-CA"/>
              <a:t> Tags:</a:t>
            </a:r>
          </a:p>
          <a:p>
            <a:pPr lvl="2"/>
            <a:r>
              <a:rPr lang="fr-CA" err="1"/>
              <a:t>Definition</a:t>
            </a:r>
            <a:r>
              <a:rPr lang="fr-CA"/>
              <a:t> of contention topic</a:t>
            </a:r>
          </a:p>
          <a:p>
            <a:pPr lvl="2"/>
            <a:r>
              <a:rPr lang="fr-CA"/>
              <a:t>Information about lobbies</a:t>
            </a:r>
          </a:p>
          <a:p>
            <a:pPr lvl="2"/>
            <a:r>
              <a:rPr lang="fr-CA"/>
              <a:t>Complete </a:t>
            </a:r>
            <a:r>
              <a:rPr lang="fr-CA" err="1"/>
              <a:t>taxonomy</a:t>
            </a:r>
            <a:r>
              <a:rPr lang="fr-CA"/>
              <a:t> of </a:t>
            </a:r>
            <a:r>
              <a:rPr lang="fr-CA" err="1"/>
              <a:t>environmental</a:t>
            </a:r>
            <a:r>
              <a:rPr lang="fr-CA"/>
              <a:t> issues</a:t>
            </a:r>
            <a:endParaRPr lang="en-CA"/>
          </a:p>
        </p:txBody>
      </p:sp>
      <p:sp>
        <p:nvSpPr>
          <p:cNvPr id="7" name="Text Placeholder 10">
            <a:extLst>
              <a:ext uri="{FF2B5EF4-FFF2-40B4-BE49-F238E27FC236}">
                <a16:creationId xmlns:a16="http://schemas.microsoft.com/office/drawing/2014/main" id="{88DCA726-50AE-7969-F2C4-4DF56851E639}"/>
              </a:ext>
            </a:extLst>
          </p:cNvPr>
          <p:cNvSpPr>
            <a:spLocks noGrp="1"/>
          </p:cNvSpPr>
          <p:nvPr>
            <p:ph type="body" idx="13"/>
          </p:nvPr>
        </p:nvSpPr>
        <p:spPr>
          <a:xfrm>
            <a:off x="468314" y="1251756"/>
            <a:ext cx="3947793" cy="533136"/>
          </a:xfrm>
        </p:spPr>
        <p:txBody>
          <a:bodyPr/>
          <a:lstStyle/>
          <a:p>
            <a:pPr algn="ctr"/>
            <a:r>
              <a:rPr lang="fr-CA" err="1"/>
              <a:t>BERTopic</a:t>
            </a:r>
            <a:endParaRPr lang="en-CA"/>
          </a:p>
        </p:txBody>
      </p:sp>
      <p:sp>
        <p:nvSpPr>
          <p:cNvPr id="8" name="Text Placeholder 11">
            <a:extLst>
              <a:ext uri="{FF2B5EF4-FFF2-40B4-BE49-F238E27FC236}">
                <a16:creationId xmlns:a16="http://schemas.microsoft.com/office/drawing/2014/main" id="{00467419-D32E-54D2-FFCE-745FA6F3427D}"/>
              </a:ext>
            </a:extLst>
          </p:cNvPr>
          <p:cNvSpPr>
            <a:spLocks noGrp="1"/>
          </p:cNvSpPr>
          <p:nvPr>
            <p:ph type="body" idx="17"/>
          </p:nvPr>
        </p:nvSpPr>
        <p:spPr>
          <a:xfrm>
            <a:off x="4727895" y="1251756"/>
            <a:ext cx="3960811" cy="533136"/>
          </a:xfrm>
        </p:spPr>
        <p:txBody>
          <a:bodyPr/>
          <a:lstStyle/>
          <a:p>
            <a:pPr algn="ctr"/>
            <a:r>
              <a:rPr lang="fr-CA"/>
              <a:t>CorEx</a:t>
            </a:r>
            <a:endParaRPr lang="en-CA"/>
          </a:p>
        </p:txBody>
      </p:sp>
    </p:spTree>
    <p:extLst>
      <p:ext uri="{BB962C8B-B14F-4D97-AF65-F5344CB8AC3E}">
        <p14:creationId xmlns:p14="http://schemas.microsoft.com/office/powerpoint/2010/main" val="103000983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ELECTEDLANGUAGE" val="German Austria"/>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Musterpräsentation 16x10.potx" id="{89FEFAF3-4721-453B-9DDB-5601F7C9FC5D}" vid="{640991EF-C554-4C4C-9E8E-1E5B46439C74}"/>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49EDC1CDAD5BFA49A5322DA9D0E17081" ma:contentTypeVersion="3" ma:contentTypeDescription="Ein neues Dokument erstellen." ma:contentTypeScope="" ma:versionID="56cd6f9552df321ddd01cf911e0f342a">
  <xsd:schema xmlns:xsd="http://www.w3.org/2001/XMLSchema" xmlns:xs="http://www.w3.org/2001/XMLSchema" xmlns:p="http://schemas.microsoft.com/office/2006/metadata/properties" xmlns:ns2="58210543-d089-4839-b6ee-abb816f02b31" targetNamespace="http://schemas.microsoft.com/office/2006/metadata/properties" ma:root="true" ma:fieldsID="9295a9d7d38bdd855917ed83452ab3b4" ns2:_="">
    <xsd:import namespace="58210543-d089-4839-b6ee-abb816f02b3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210543-d089-4839-b6ee-abb816f02b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58DFAF-C9AD-4CE5-A221-45D64FB05328}">
  <ds:schemaRefs>
    <ds:schemaRef ds:uri="http://purl.org/dc/elements/1.1/"/>
    <ds:schemaRef ds:uri="http://www.w3.org/XML/1998/namespace"/>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58210543-d089-4839-b6ee-abb816f02b3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346B3ED-06B1-4DE8-9648-0F78B5B453B2}">
  <ds:schemaRefs>
    <ds:schemaRef ds:uri="http://schemas.microsoft.com/sharepoint/v3/contenttype/forms"/>
  </ds:schemaRefs>
</ds:datastoreItem>
</file>

<file path=customXml/itemProps3.xml><?xml version="1.0" encoding="utf-8"?>
<ds:datastoreItem xmlns:ds="http://schemas.openxmlformats.org/officeDocument/2006/customXml" ds:itemID="{EDE1D6C3-D797-4EF9-A354-B072F1AA9962}">
  <ds:schemaRefs>
    <ds:schemaRef ds:uri="58210543-d089-4839-b6ee-abb816f02b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Madison</Template>
  <TotalTime>0</TotalTime>
  <Words>3202</Words>
  <Application>Microsoft Office PowerPoint</Application>
  <PresentationFormat>On-screen Show (16:10)</PresentationFormat>
  <Paragraphs>311</Paragraphs>
  <Slides>31</Slides>
  <Notes>7</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Georgia</vt:lpstr>
      <vt:lpstr>Verdana</vt:lpstr>
      <vt:lpstr>Wingdings</vt:lpstr>
      <vt:lpstr>WU 16:10</vt:lpstr>
      <vt:lpstr>Guarding the Guardians: Detecting Bias and Underlying Agendas in Environmental Fact-checking Using Machine Learning Approaches </vt:lpstr>
      <vt:lpstr>Existing Literature (1)</vt:lpstr>
      <vt:lpstr>Existing Literature (2)</vt:lpstr>
      <vt:lpstr>Existing Literature (3)</vt:lpstr>
      <vt:lpstr>Existing Literature (4)</vt:lpstr>
      <vt:lpstr>Research Methodology</vt:lpstr>
      <vt:lpstr>Workplan</vt:lpstr>
      <vt:lpstr>TODO</vt:lpstr>
      <vt:lpstr>The Societal &amp; Industrial Threat of Climate Misinformation</vt:lpstr>
      <vt:lpstr>The Societal &amp; Industrial Threat of Climate Misinformation</vt:lpstr>
      <vt:lpstr>Guarding the Guardians – The Power &amp; Bias of Fact-Checkers</vt:lpstr>
      <vt:lpstr>Research Question</vt:lpstr>
      <vt:lpstr>Methodology for mapping contentious subjects</vt:lpstr>
      <vt:lpstr>Map of environmental contentious subjects</vt:lpstr>
      <vt:lpstr>Results</vt:lpstr>
      <vt:lpstr>BERTopic directed model</vt:lpstr>
      <vt:lpstr>BERTopic directed model</vt:lpstr>
      <vt:lpstr>CorEx anchored model</vt:lpstr>
      <vt:lpstr>CorEx anchored model</vt:lpstr>
      <vt:lpstr>How insightful? (5 least represented topics)</vt:lpstr>
      <vt:lpstr>How insightful? (5 most represented topics)</vt:lpstr>
      <vt:lpstr>NewsAPI for recent news comparison</vt:lpstr>
      <vt:lpstr>NewsAPI for recent news exploration</vt:lpstr>
      <vt:lpstr>Output (PostTreatment_dataset_CorEx.csv)</vt:lpstr>
      <vt:lpstr>Discussion</vt:lpstr>
      <vt:lpstr>Limitations (1/3) : Language</vt:lpstr>
      <vt:lpstr>Limitations (2/3) : Partial match</vt:lpstr>
      <vt:lpstr>Limitations (3/3) : Only 1st Topic</vt:lpstr>
      <vt:lpstr>Sources</vt:lpstr>
      <vt:lpstr>Q&amp;A</vt:lpstr>
      <vt:lpstr>Q&amp;A</vt:lpstr>
    </vt:vector>
  </TitlesOfParts>
  <Company>Vienna University of Economics and Business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Präsentationsvorlage</dc:title>
  <dc:creator>Matejka, Gabriel</dc:creator>
  <cp:lastModifiedBy>Baquero, Jean Marc</cp:lastModifiedBy>
  <cp:revision>1</cp:revision>
  <dcterms:created xsi:type="dcterms:W3CDTF">2024-03-18T10:24:09Z</dcterms:created>
  <dcterms:modified xsi:type="dcterms:W3CDTF">2026-06-25T21:44:14Z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0x01010049EDC1CDAD5BFA49A5322DA9D0E17081</vt:lpwstr>
  </property>
</Properties>
</file>